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79" r:id="rId5"/>
    <p:sldId id="261" r:id="rId6"/>
    <p:sldId id="273" r:id="rId7"/>
    <p:sldId id="280" r:id="rId8"/>
    <p:sldId id="263" r:id="rId9"/>
    <p:sldId id="277" r:id="rId10"/>
    <p:sldId id="276" r:id="rId11"/>
    <p:sldId id="278" r:id="rId12"/>
    <p:sldId id="272" r:id="rId13"/>
    <p:sldId id="266" r:id="rId14"/>
    <p:sldId id="267" r:id="rId15"/>
    <p:sldId id="268" r:id="rId16"/>
    <p:sldId id="269" r:id="rId17"/>
    <p:sldId id="270" r:id="rId18"/>
    <p:sldId id="271" r:id="rId19"/>
    <p:sldId id="281" r:id="rId20"/>
    <p:sldId id="282" r:id="rId21"/>
    <p:sldId id="259" r:id="rId22"/>
    <p:sldId id="262" r:id="rId23"/>
    <p:sldId id="26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0EFB749-ED18-4027-96AA-B98E3E2298AE}">
          <p14:sldIdLst>
            <p14:sldId id="256"/>
            <p14:sldId id="257"/>
            <p14:sldId id="258"/>
            <p14:sldId id="279"/>
            <p14:sldId id="261"/>
            <p14:sldId id="273"/>
            <p14:sldId id="280"/>
            <p14:sldId id="263"/>
            <p14:sldId id="277"/>
            <p14:sldId id="276"/>
            <p14:sldId id="278"/>
            <p14:sldId id="272"/>
            <p14:sldId id="266"/>
            <p14:sldId id="267"/>
            <p14:sldId id="268"/>
            <p14:sldId id="269"/>
            <p14:sldId id="270"/>
            <p14:sldId id="271"/>
            <p14:sldId id="281"/>
            <p14:sldId id="282"/>
            <p14:sldId id="259"/>
            <p14:sldId id="262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F8C311-BD0F-49C0-8497-E31169083C29}" v="53" dt="2026-05-07T03:31:18.6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chen Zhou" userId="dfc9c4750991a565" providerId="LiveId" clId="{54AE9B1A-00B3-4FF6-8E02-43C2196F7431}"/>
    <pc:docChg chg="undo redo custSel addSld delSld modSld sldOrd modSection">
      <pc:chgData name="Xiaochen Zhou" userId="dfc9c4750991a565" providerId="LiveId" clId="{54AE9B1A-00B3-4FF6-8E02-43C2196F7431}" dt="2026-05-07T03:09:27.739" v="730" actId="47"/>
      <pc:docMkLst>
        <pc:docMk/>
      </pc:docMkLst>
      <pc:sldChg chg="modSp mod">
        <pc:chgData name="Xiaochen Zhou" userId="dfc9c4750991a565" providerId="LiveId" clId="{54AE9B1A-00B3-4FF6-8E02-43C2196F7431}" dt="2026-05-04T02:33:47.896" v="376" actId="20577"/>
        <pc:sldMkLst>
          <pc:docMk/>
          <pc:sldMk cId="1032668989" sldId="256"/>
        </pc:sldMkLst>
        <pc:spChg chg="mod">
          <ac:chgData name="Xiaochen Zhou" userId="dfc9c4750991a565" providerId="LiveId" clId="{54AE9B1A-00B3-4FF6-8E02-43C2196F7431}" dt="2026-05-04T02:33:47.896" v="376" actId="20577"/>
          <ac:spMkLst>
            <pc:docMk/>
            <pc:sldMk cId="1032668989" sldId="256"/>
            <ac:spMk id="3" creationId="{560AD9BD-77C0-3D63-CC50-F3E239F4C49A}"/>
          </ac:spMkLst>
        </pc:spChg>
      </pc:sldChg>
      <pc:sldChg chg="addSp delSp modSp mod modNotesTx">
        <pc:chgData name="Xiaochen Zhou" userId="dfc9c4750991a565" providerId="LiveId" clId="{54AE9B1A-00B3-4FF6-8E02-43C2196F7431}" dt="2026-05-04T02:37:26.393" v="434" actId="207"/>
        <pc:sldMkLst>
          <pc:docMk/>
          <pc:sldMk cId="2014699056" sldId="257"/>
        </pc:sldMkLst>
        <pc:spChg chg="add mod">
          <ac:chgData name="Xiaochen Zhou" userId="dfc9c4750991a565" providerId="LiveId" clId="{54AE9B1A-00B3-4FF6-8E02-43C2196F7431}" dt="2026-05-04T02:37:26.393" v="434" actId="207"/>
          <ac:spMkLst>
            <pc:docMk/>
            <pc:sldMk cId="2014699056" sldId="257"/>
            <ac:spMk id="3" creationId="{BB4A6374-1A94-9B39-3103-BFB1BAA19BB5}"/>
          </ac:spMkLst>
        </pc:spChg>
        <pc:picChg chg="add mod">
          <ac:chgData name="Xiaochen Zhou" userId="dfc9c4750991a565" providerId="LiveId" clId="{54AE9B1A-00B3-4FF6-8E02-43C2196F7431}" dt="2026-05-04T02:35:44.331" v="411" actId="1076"/>
          <ac:picMkLst>
            <pc:docMk/>
            <pc:sldMk cId="2014699056" sldId="257"/>
            <ac:picMk id="4" creationId="{23169316-2C56-1F47-4EA5-B58AE6533DCD}"/>
          </ac:picMkLst>
        </pc:picChg>
        <pc:picChg chg="add mod ord">
          <ac:chgData name="Xiaochen Zhou" userId="dfc9c4750991a565" providerId="LiveId" clId="{54AE9B1A-00B3-4FF6-8E02-43C2196F7431}" dt="2026-05-02T05:18:24.992" v="132" actId="14100"/>
          <ac:picMkLst>
            <pc:docMk/>
            <pc:sldMk cId="2014699056" sldId="257"/>
            <ac:picMk id="8" creationId="{0B718C8A-EAE3-EE78-FEA7-9A5D2953ECBB}"/>
          </ac:picMkLst>
        </pc:picChg>
      </pc:sldChg>
      <pc:sldChg chg="addSp delSp modSp add del mod modClrScheme chgLayout modNotesTx">
        <pc:chgData name="Xiaochen Zhou" userId="dfc9c4750991a565" providerId="LiveId" clId="{54AE9B1A-00B3-4FF6-8E02-43C2196F7431}" dt="2026-05-07T03:09:27.739" v="730" actId="47"/>
        <pc:sldMkLst>
          <pc:docMk/>
          <pc:sldMk cId="3426759954" sldId="258"/>
        </pc:sldMkLst>
        <pc:spChg chg="mod ord">
          <ac:chgData name="Xiaochen Zhou" userId="dfc9c4750991a565" providerId="LiveId" clId="{54AE9B1A-00B3-4FF6-8E02-43C2196F7431}" dt="2026-05-06T05:02:05.786" v="661" actId="27636"/>
          <ac:spMkLst>
            <pc:docMk/>
            <pc:sldMk cId="3426759954" sldId="258"/>
            <ac:spMk id="4" creationId="{064FA48D-4BED-CF44-D0CB-F539B9F6AE7F}"/>
          </ac:spMkLst>
        </pc:spChg>
        <pc:spChg chg="add del mod ord">
          <ac:chgData name="Xiaochen Zhou" userId="dfc9c4750991a565" providerId="LiveId" clId="{54AE9B1A-00B3-4FF6-8E02-43C2196F7431}" dt="2026-05-06T05:02:24.322" v="662" actId="22"/>
          <ac:spMkLst>
            <pc:docMk/>
            <pc:sldMk cId="3426759954" sldId="258"/>
            <ac:spMk id="9" creationId="{C6D4B743-BBBA-1347-60AC-E8916556EDA3}"/>
          </ac:spMkLst>
        </pc:spChg>
        <pc:spChg chg="add mod">
          <ac:chgData name="Xiaochen Zhou" userId="dfc9c4750991a565" providerId="LiveId" clId="{54AE9B1A-00B3-4FF6-8E02-43C2196F7431}" dt="2026-05-06T04:45:08.116" v="642" actId="20577"/>
          <ac:spMkLst>
            <pc:docMk/>
            <pc:sldMk cId="3426759954" sldId="258"/>
            <ac:spMk id="28" creationId="{2DC47863-6EF6-7274-245A-FBC9BDFB9671}"/>
          </ac:spMkLst>
        </pc:spChg>
        <pc:picChg chg="add del mod">
          <ac:chgData name="Xiaochen Zhou" userId="dfc9c4750991a565" providerId="LiveId" clId="{54AE9B1A-00B3-4FF6-8E02-43C2196F7431}" dt="2026-05-06T05:02:01.257" v="658" actId="478"/>
          <ac:picMkLst>
            <pc:docMk/>
            <pc:sldMk cId="3426759954" sldId="258"/>
            <ac:picMk id="3" creationId="{64AF70A0-9382-CF65-4892-30A6EC6932D4}"/>
          </ac:picMkLst>
        </pc:picChg>
        <pc:picChg chg="add del mod">
          <ac:chgData name="Xiaochen Zhou" userId="dfc9c4750991a565" providerId="LiveId" clId="{54AE9B1A-00B3-4FF6-8E02-43C2196F7431}" dt="2026-05-06T05:01:59.645" v="657" actId="478"/>
          <ac:picMkLst>
            <pc:docMk/>
            <pc:sldMk cId="3426759954" sldId="258"/>
            <ac:picMk id="6" creationId="{440BA1F5-1C79-8B71-19A1-4AAFA0464F86}"/>
          </ac:picMkLst>
        </pc:picChg>
        <pc:picChg chg="add del mod">
          <ac:chgData name="Xiaochen Zhou" userId="dfc9c4750991a565" providerId="LiveId" clId="{54AE9B1A-00B3-4FF6-8E02-43C2196F7431}" dt="2026-05-06T05:02:02.687" v="659" actId="478"/>
          <ac:picMkLst>
            <pc:docMk/>
            <pc:sldMk cId="3426759954" sldId="258"/>
            <ac:picMk id="8" creationId="{61D073E4-5ADD-076E-1AEF-C672848B3B18}"/>
          </ac:picMkLst>
        </pc:picChg>
        <pc:picChg chg="add mod ord">
          <ac:chgData name="Xiaochen Zhou" userId="dfc9c4750991a565" providerId="LiveId" clId="{54AE9B1A-00B3-4FF6-8E02-43C2196F7431}" dt="2026-05-06T05:02:31.862" v="667" actId="1076"/>
          <ac:picMkLst>
            <pc:docMk/>
            <pc:sldMk cId="3426759954" sldId="258"/>
            <ac:picMk id="11" creationId="{033902A5-B6EE-DA88-9ED9-77FCE5136238}"/>
          </ac:picMkLst>
        </pc:picChg>
        <pc:picChg chg="add del mod">
          <ac:chgData name="Xiaochen Zhou" userId="dfc9c4750991a565" providerId="LiveId" clId="{54AE9B1A-00B3-4FF6-8E02-43C2196F7431}" dt="2026-05-06T04:44:49.577" v="622" actId="478"/>
          <ac:picMkLst>
            <pc:docMk/>
            <pc:sldMk cId="3426759954" sldId="258"/>
            <ac:picMk id="19" creationId="{CAC09CB8-3CC2-FA07-C19B-FC75B9B85D76}"/>
          </ac:picMkLst>
        </pc:picChg>
        <pc:picChg chg="add del mod">
          <ac:chgData name="Xiaochen Zhou" userId="dfc9c4750991a565" providerId="LiveId" clId="{54AE9B1A-00B3-4FF6-8E02-43C2196F7431}" dt="2026-05-06T04:44:28.828" v="618" actId="478"/>
          <ac:picMkLst>
            <pc:docMk/>
            <pc:sldMk cId="3426759954" sldId="258"/>
            <ac:picMk id="21" creationId="{7130448A-CD13-6884-584B-9FFD6FB3C542}"/>
          </ac:picMkLst>
        </pc:picChg>
        <pc:picChg chg="add del mod">
          <ac:chgData name="Xiaochen Zhou" userId="dfc9c4750991a565" providerId="LiveId" clId="{54AE9B1A-00B3-4FF6-8E02-43C2196F7431}" dt="2026-05-06T04:44:12.893" v="614" actId="478"/>
          <ac:picMkLst>
            <pc:docMk/>
            <pc:sldMk cId="3426759954" sldId="258"/>
            <ac:picMk id="23" creationId="{CE6FECD1-0A39-AC37-FDF5-F105034D51AE}"/>
          </ac:picMkLst>
        </pc:picChg>
      </pc:sldChg>
      <pc:sldChg chg="addSp delSp modSp mod ord">
        <pc:chgData name="Xiaochen Zhou" userId="dfc9c4750991a565" providerId="LiveId" clId="{54AE9B1A-00B3-4FF6-8E02-43C2196F7431}" dt="2026-05-02T05:32:49.432" v="194"/>
        <pc:sldMkLst>
          <pc:docMk/>
          <pc:sldMk cId="660788897" sldId="259"/>
        </pc:sldMkLst>
        <pc:picChg chg="add mod">
          <ac:chgData name="Xiaochen Zhou" userId="dfc9c4750991a565" providerId="LiveId" clId="{54AE9B1A-00B3-4FF6-8E02-43C2196F7431}" dt="2026-05-01T13:29:33.621" v="88" actId="1076"/>
          <ac:picMkLst>
            <pc:docMk/>
            <pc:sldMk cId="660788897" sldId="259"/>
            <ac:picMk id="16" creationId="{F2C9A973-1B1A-BD7A-60CD-F0A2C66D9EF3}"/>
          </ac:picMkLst>
        </pc:picChg>
      </pc:sldChg>
      <pc:sldChg chg="addSp delSp modSp mod">
        <pc:chgData name="Xiaochen Zhou" userId="dfc9c4750991a565" providerId="LiveId" clId="{54AE9B1A-00B3-4FF6-8E02-43C2196F7431}" dt="2026-05-04T02:37:18.105" v="433" actId="207"/>
        <pc:sldMkLst>
          <pc:docMk/>
          <pc:sldMk cId="1745801633" sldId="261"/>
        </pc:sldMkLst>
        <pc:spChg chg="add mod">
          <ac:chgData name="Xiaochen Zhou" userId="dfc9c4750991a565" providerId="LiveId" clId="{54AE9B1A-00B3-4FF6-8E02-43C2196F7431}" dt="2026-05-04T02:37:18.105" v="433" actId="207"/>
          <ac:spMkLst>
            <pc:docMk/>
            <pc:sldMk cId="1745801633" sldId="261"/>
            <ac:spMk id="2" creationId="{877A887A-B33A-5C60-1D1C-1952DD96671D}"/>
          </ac:spMkLst>
        </pc:spChg>
        <pc:picChg chg="add mod">
          <ac:chgData name="Xiaochen Zhou" userId="dfc9c4750991a565" providerId="LiveId" clId="{54AE9B1A-00B3-4FF6-8E02-43C2196F7431}" dt="2026-05-02T05:42:40.208" v="265" actId="1076"/>
          <ac:picMkLst>
            <pc:docMk/>
            <pc:sldMk cId="1745801633" sldId="261"/>
            <ac:picMk id="8" creationId="{257AEC5E-DEB8-7689-1479-B09A770A41DF}"/>
          </ac:picMkLst>
        </pc:picChg>
        <pc:picChg chg="add mod ord">
          <ac:chgData name="Xiaochen Zhou" userId="dfc9c4750991a565" providerId="LiveId" clId="{54AE9B1A-00B3-4FF6-8E02-43C2196F7431}" dt="2026-05-02T05:51:39.944" v="269" actId="14100"/>
          <ac:picMkLst>
            <pc:docMk/>
            <pc:sldMk cId="1745801633" sldId="261"/>
            <ac:picMk id="12" creationId="{3C5B18AB-CE46-24FF-2309-325533153E40}"/>
          </ac:picMkLst>
        </pc:picChg>
      </pc:sldChg>
      <pc:sldChg chg="addSp delSp modSp mod ord">
        <pc:chgData name="Xiaochen Zhou" userId="dfc9c4750991a565" providerId="LiveId" clId="{54AE9B1A-00B3-4FF6-8E02-43C2196F7431}" dt="2026-05-02T05:37:40.911" v="199"/>
        <pc:sldMkLst>
          <pc:docMk/>
          <pc:sldMk cId="406591979" sldId="262"/>
        </pc:sldMkLst>
        <pc:picChg chg="add mod">
          <ac:chgData name="Xiaochen Zhou" userId="dfc9c4750991a565" providerId="LiveId" clId="{54AE9B1A-00B3-4FF6-8E02-43C2196F7431}" dt="2026-05-01T13:54:16.339" v="103" actId="1076"/>
          <ac:picMkLst>
            <pc:docMk/>
            <pc:sldMk cId="406591979" sldId="262"/>
            <ac:picMk id="13" creationId="{B5B4581C-43AF-23D1-C42E-2E86E0CB338F}"/>
          </ac:picMkLst>
        </pc:picChg>
      </pc:sldChg>
      <pc:sldChg chg="addSp delSp modSp mod">
        <pc:chgData name="Xiaochen Zhou" userId="dfc9c4750991a565" providerId="LiveId" clId="{54AE9B1A-00B3-4FF6-8E02-43C2196F7431}" dt="2026-05-04T02:37:09.779" v="431" actId="207"/>
        <pc:sldMkLst>
          <pc:docMk/>
          <pc:sldMk cId="1130265751" sldId="263"/>
        </pc:sldMkLst>
        <pc:spChg chg="add mod">
          <ac:chgData name="Xiaochen Zhou" userId="dfc9c4750991a565" providerId="LiveId" clId="{54AE9B1A-00B3-4FF6-8E02-43C2196F7431}" dt="2026-05-04T02:37:09.779" v="431" actId="207"/>
          <ac:spMkLst>
            <pc:docMk/>
            <pc:sldMk cId="1130265751" sldId="263"/>
            <ac:spMk id="3" creationId="{997B4885-0852-A681-6A1E-23E7E3A27493}"/>
          </ac:spMkLst>
        </pc:spChg>
        <pc:picChg chg="add mod ord">
          <ac:chgData name="Xiaochen Zhou" userId="dfc9c4750991a565" providerId="LiveId" clId="{54AE9B1A-00B3-4FF6-8E02-43C2196F7431}" dt="2026-05-02T05:59:03.501" v="275" actId="14100"/>
          <ac:picMkLst>
            <pc:docMk/>
            <pc:sldMk cId="1130265751" sldId="263"/>
            <ac:picMk id="6" creationId="{8632EABF-DEED-DCE0-13B3-71A01F3E4223}"/>
          </ac:picMkLst>
        </pc:picChg>
        <pc:picChg chg="add mod">
          <ac:chgData name="Xiaochen Zhou" userId="dfc9c4750991a565" providerId="LiveId" clId="{54AE9B1A-00B3-4FF6-8E02-43C2196F7431}" dt="2026-05-02T06:03:35.123" v="317" actId="1076"/>
          <ac:picMkLst>
            <pc:docMk/>
            <pc:sldMk cId="1130265751" sldId="263"/>
            <ac:picMk id="10" creationId="{84F8F1E8-E555-85BA-71C0-04996626B229}"/>
          </ac:picMkLst>
        </pc:picChg>
      </pc:sldChg>
      <pc:sldChg chg="addSp delSp modSp mod ord">
        <pc:chgData name="Xiaochen Zhou" userId="dfc9c4750991a565" providerId="LiveId" clId="{54AE9B1A-00B3-4FF6-8E02-43C2196F7431}" dt="2026-05-02T06:17:50.771" v="328"/>
        <pc:sldMkLst>
          <pc:docMk/>
          <pc:sldMk cId="127277526" sldId="264"/>
        </pc:sldMkLst>
        <pc:picChg chg="add mod ord">
          <ac:chgData name="Xiaochen Zhou" userId="dfc9c4750991a565" providerId="LiveId" clId="{54AE9B1A-00B3-4FF6-8E02-43C2196F7431}" dt="2026-05-01T13:56:45.803" v="108" actId="14100"/>
          <ac:picMkLst>
            <pc:docMk/>
            <pc:sldMk cId="127277526" sldId="264"/>
            <ac:picMk id="16" creationId="{467B3EE0-3DDD-9B93-1006-00D8D58B4766}"/>
          </ac:picMkLst>
        </pc:picChg>
      </pc:sldChg>
      <pc:sldChg chg="addSp delSp modSp add del mod">
        <pc:chgData name="Xiaochen Zhou" userId="dfc9c4750991a565" providerId="LiveId" clId="{54AE9B1A-00B3-4FF6-8E02-43C2196F7431}" dt="2026-05-04T05:12:20.847" v="545" actId="1076"/>
        <pc:sldMkLst>
          <pc:docMk/>
          <pc:sldMk cId="569287962" sldId="266"/>
        </pc:sldMkLst>
        <pc:picChg chg="add mod">
          <ac:chgData name="Xiaochen Zhou" userId="dfc9c4750991a565" providerId="LiveId" clId="{54AE9B1A-00B3-4FF6-8E02-43C2196F7431}" dt="2026-05-04T05:12:20.847" v="545" actId="1076"/>
          <ac:picMkLst>
            <pc:docMk/>
            <pc:sldMk cId="569287962" sldId="266"/>
            <ac:picMk id="11" creationId="{64A7A54F-1893-495E-26C7-B39E238FA1B3}"/>
          </ac:picMkLst>
        </pc:picChg>
      </pc:sldChg>
      <pc:sldChg chg="addSp delSp modSp add del mod">
        <pc:chgData name="Xiaochen Zhou" userId="dfc9c4750991a565" providerId="LiveId" clId="{54AE9B1A-00B3-4FF6-8E02-43C2196F7431}" dt="2026-05-04T05:17:48.519" v="569" actId="1076"/>
        <pc:sldMkLst>
          <pc:docMk/>
          <pc:sldMk cId="869458884" sldId="267"/>
        </pc:sldMkLst>
        <pc:picChg chg="add mod">
          <ac:chgData name="Xiaochen Zhou" userId="dfc9c4750991a565" providerId="LiveId" clId="{54AE9B1A-00B3-4FF6-8E02-43C2196F7431}" dt="2026-05-04T05:17:48.519" v="569" actId="1076"/>
          <ac:picMkLst>
            <pc:docMk/>
            <pc:sldMk cId="869458884" sldId="267"/>
            <ac:picMk id="3" creationId="{8510DE8A-932F-54F9-B5E5-DC5FDDC41E37}"/>
          </ac:picMkLst>
        </pc:picChg>
      </pc:sldChg>
      <pc:sldChg chg="addSp delSp modSp mod">
        <pc:chgData name="Xiaochen Zhou" userId="dfc9c4750991a565" providerId="LiveId" clId="{54AE9B1A-00B3-4FF6-8E02-43C2196F7431}" dt="2026-05-04T05:12:43.954" v="549" actId="1076"/>
        <pc:sldMkLst>
          <pc:docMk/>
          <pc:sldMk cId="1580434839" sldId="268"/>
        </pc:sldMkLst>
        <pc:picChg chg="add mod ord">
          <ac:chgData name="Xiaochen Zhou" userId="dfc9c4750991a565" providerId="LiveId" clId="{54AE9B1A-00B3-4FF6-8E02-43C2196F7431}" dt="2026-05-04T05:12:43.954" v="549" actId="1076"/>
          <ac:picMkLst>
            <pc:docMk/>
            <pc:sldMk cId="1580434839" sldId="268"/>
            <ac:picMk id="11" creationId="{A941E075-4B90-4BB0-42B5-A0F40CD90609}"/>
          </ac:picMkLst>
        </pc:picChg>
      </pc:sldChg>
      <pc:sldChg chg="addSp delSp modSp mod">
        <pc:chgData name="Xiaochen Zhou" userId="dfc9c4750991a565" providerId="LiveId" clId="{54AE9B1A-00B3-4FF6-8E02-43C2196F7431}" dt="2026-05-04T05:18:07.220" v="572" actId="1076"/>
        <pc:sldMkLst>
          <pc:docMk/>
          <pc:sldMk cId="3199006680" sldId="269"/>
        </pc:sldMkLst>
        <pc:picChg chg="add mod">
          <ac:chgData name="Xiaochen Zhou" userId="dfc9c4750991a565" providerId="LiveId" clId="{54AE9B1A-00B3-4FF6-8E02-43C2196F7431}" dt="2026-05-04T05:18:07.220" v="572" actId="1076"/>
          <ac:picMkLst>
            <pc:docMk/>
            <pc:sldMk cId="3199006680" sldId="269"/>
            <ac:picMk id="3" creationId="{6BF00A8C-894D-AB8F-B27A-80042563F054}"/>
          </ac:picMkLst>
        </pc:picChg>
      </pc:sldChg>
      <pc:sldChg chg="addSp delSp modSp mod">
        <pc:chgData name="Xiaochen Zhou" userId="dfc9c4750991a565" providerId="LiveId" clId="{54AE9B1A-00B3-4FF6-8E02-43C2196F7431}" dt="2026-05-04T05:13:11.844" v="564" actId="1076"/>
        <pc:sldMkLst>
          <pc:docMk/>
          <pc:sldMk cId="3289800672" sldId="270"/>
        </pc:sldMkLst>
        <pc:picChg chg="add del mod">
          <ac:chgData name="Xiaochen Zhou" userId="dfc9c4750991a565" providerId="LiveId" clId="{54AE9B1A-00B3-4FF6-8E02-43C2196F7431}" dt="2026-05-04T05:13:11.844" v="564" actId="1076"/>
          <ac:picMkLst>
            <pc:docMk/>
            <pc:sldMk cId="3289800672" sldId="270"/>
            <ac:picMk id="11" creationId="{B107B154-1802-EF52-C51F-283C56BC340A}"/>
          </ac:picMkLst>
        </pc:picChg>
      </pc:sldChg>
      <pc:sldChg chg="addSp delSp modSp mod">
        <pc:chgData name="Xiaochen Zhou" userId="dfc9c4750991a565" providerId="LiveId" clId="{54AE9B1A-00B3-4FF6-8E02-43C2196F7431}" dt="2026-05-04T05:18:27.631" v="575" actId="1076"/>
        <pc:sldMkLst>
          <pc:docMk/>
          <pc:sldMk cId="250524288" sldId="271"/>
        </pc:sldMkLst>
        <pc:spChg chg="mod">
          <ac:chgData name="Xiaochen Zhou" userId="dfc9c4750991a565" providerId="LiveId" clId="{54AE9B1A-00B3-4FF6-8E02-43C2196F7431}" dt="2026-05-01T05:52:14.048" v="1" actId="20577"/>
          <ac:spMkLst>
            <pc:docMk/>
            <pc:sldMk cId="250524288" sldId="271"/>
            <ac:spMk id="4" creationId="{C4D034F8-EEA6-24FB-830F-53DBE78AD403}"/>
          </ac:spMkLst>
        </pc:spChg>
        <pc:picChg chg="add mod">
          <ac:chgData name="Xiaochen Zhou" userId="dfc9c4750991a565" providerId="LiveId" clId="{54AE9B1A-00B3-4FF6-8E02-43C2196F7431}" dt="2026-05-04T05:18:27.631" v="575" actId="1076"/>
          <ac:picMkLst>
            <pc:docMk/>
            <pc:sldMk cId="250524288" sldId="271"/>
            <ac:picMk id="3" creationId="{5AA88FC7-D969-1470-936C-EA4454463B14}"/>
          </ac:picMkLst>
        </pc:picChg>
      </pc:sldChg>
      <pc:sldChg chg="addSp delSp modSp new mod ord chgLayout">
        <pc:chgData name="Xiaochen Zhou" userId="dfc9c4750991a565" providerId="LiveId" clId="{54AE9B1A-00B3-4FF6-8E02-43C2196F7431}" dt="2026-05-06T05:06:52.532" v="721" actId="1076"/>
        <pc:sldMkLst>
          <pc:docMk/>
          <pc:sldMk cId="3023922968" sldId="272"/>
        </pc:sldMkLst>
        <pc:spChg chg="add mod ord">
          <ac:chgData name="Xiaochen Zhou" userId="dfc9c4750991a565" providerId="LiveId" clId="{54AE9B1A-00B3-4FF6-8E02-43C2196F7431}" dt="2026-05-01T06:01:42.114" v="30" actId="1076"/>
          <ac:spMkLst>
            <pc:docMk/>
            <pc:sldMk cId="3023922968" sldId="272"/>
            <ac:spMk id="6" creationId="{3B36491C-DDC1-A801-E55A-3C6080186279}"/>
          </ac:spMkLst>
        </pc:spChg>
        <pc:picChg chg="add mod">
          <ac:chgData name="Xiaochen Zhou" userId="dfc9c4750991a565" providerId="LiveId" clId="{54AE9B1A-00B3-4FF6-8E02-43C2196F7431}" dt="2026-05-06T05:06:50.041" v="720" actId="14100"/>
          <ac:picMkLst>
            <pc:docMk/>
            <pc:sldMk cId="3023922968" sldId="272"/>
            <ac:picMk id="3" creationId="{1BD8232A-E26E-2EE5-3FB7-BE436B71AC66}"/>
          </ac:picMkLst>
        </pc:picChg>
        <pc:picChg chg="add mod ord">
          <ac:chgData name="Xiaochen Zhou" userId="dfc9c4750991a565" providerId="LiveId" clId="{54AE9B1A-00B3-4FF6-8E02-43C2196F7431}" dt="2026-05-06T05:06:52.532" v="721" actId="1076"/>
          <ac:picMkLst>
            <pc:docMk/>
            <pc:sldMk cId="3023922968" sldId="272"/>
            <ac:picMk id="21" creationId="{440B8B6D-C215-6630-D0C5-D3A3B32BA6A2}"/>
          </ac:picMkLst>
        </pc:picChg>
      </pc:sldChg>
      <pc:sldChg chg="addSp delSp modSp new mod modClrScheme chgLayout">
        <pc:chgData name="Xiaochen Zhou" userId="dfc9c4750991a565" providerId="LiveId" clId="{54AE9B1A-00B3-4FF6-8E02-43C2196F7431}" dt="2026-05-06T05:03:52.661" v="684" actId="1076"/>
        <pc:sldMkLst>
          <pc:docMk/>
          <pc:sldMk cId="4263324509" sldId="273"/>
        </pc:sldMkLst>
        <pc:spChg chg="add del mod ord">
          <ac:chgData name="Xiaochen Zhou" userId="dfc9c4750991a565" providerId="LiveId" clId="{54AE9B1A-00B3-4FF6-8E02-43C2196F7431}" dt="2026-05-06T05:03:17.420" v="676" actId="700"/>
          <ac:spMkLst>
            <pc:docMk/>
            <pc:sldMk cId="4263324509" sldId="273"/>
            <ac:spMk id="3" creationId="{EAA1B18D-F370-F75B-B104-B844F4CECB14}"/>
          </ac:spMkLst>
        </pc:spChg>
        <pc:spChg chg="add del mod ord">
          <ac:chgData name="Xiaochen Zhou" userId="dfc9c4750991a565" providerId="LiveId" clId="{54AE9B1A-00B3-4FF6-8E02-43C2196F7431}" dt="2026-05-06T05:03:19.667" v="677" actId="478"/>
          <ac:spMkLst>
            <pc:docMk/>
            <pc:sldMk cId="4263324509" sldId="273"/>
            <ac:spMk id="4" creationId="{5FC61DF6-A653-CDAF-9901-2D29DF16D0FF}"/>
          </ac:spMkLst>
        </pc:spChg>
        <pc:spChg chg="add mod ord">
          <ac:chgData name="Xiaochen Zhou" userId="dfc9c4750991a565" providerId="LiveId" clId="{54AE9B1A-00B3-4FF6-8E02-43C2196F7431}" dt="2026-05-06T05:03:17.420" v="676" actId="700"/>
          <ac:spMkLst>
            <pc:docMk/>
            <pc:sldMk cId="4263324509" sldId="273"/>
            <ac:spMk id="6" creationId="{AA0D1ED2-2E1F-F567-A2B1-EF0EEDC29579}"/>
          </ac:spMkLst>
        </pc:spChg>
        <pc:picChg chg="add del mod ord">
          <ac:chgData name="Xiaochen Zhou" userId="dfc9c4750991a565" providerId="LiveId" clId="{54AE9B1A-00B3-4FF6-8E02-43C2196F7431}" dt="2026-05-06T05:02:39.729" v="668" actId="478"/>
          <ac:picMkLst>
            <pc:docMk/>
            <pc:sldMk cId="4263324509" sldId="273"/>
            <ac:picMk id="5" creationId="{D154DE73-668C-CCAE-3DF9-36365FD9B8D7}"/>
          </ac:picMkLst>
        </pc:picChg>
        <pc:picChg chg="add del mod">
          <ac:chgData name="Xiaochen Zhou" userId="dfc9c4750991a565" providerId="LiveId" clId="{54AE9B1A-00B3-4FF6-8E02-43C2196F7431}" dt="2026-05-06T05:03:27.985" v="680" actId="478"/>
          <ac:picMkLst>
            <pc:docMk/>
            <pc:sldMk cId="4263324509" sldId="273"/>
            <ac:picMk id="8" creationId="{E49D7845-D7FC-2A6B-EE58-641D803B2996}"/>
          </ac:picMkLst>
        </pc:picChg>
        <pc:picChg chg="add del mod">
          <ac:chgData name="Xiaochen Zhou" userId="dfc9c4750991a565" providerId="LiveId" clId="{54AE9B1A-00B3-4FF6-8E02-43C2196F7431}" dt="2026-05-06T05:02:41.021" v="669" actId="478"/>
          <ac:picMkLst>
            <pc:docMk/>
            <pc:sldMk cId="4263324509" sldId="273"/>
            <ac:picMk id="9" creationId="{A642D031-AF38-1964-7339-F3D707BE6F83}"/>
          </ac:picMkLst>
        </pc:picChg>
        <pc:picChg chg="add del mod">
          <ac:chgData name="Xiaochen Zhou" userId="dfc9c4750991a565" providerId="LiveId" clId="{54AE9B1A-00B3-4FF6-8E02-43C2196F7431}" dt="2026-05-06T05:02:41.988" v="670" actId="478"/>
          <ac:picMkLst>
            <pc:docMk/>
            <pc:sldMk cId="4263324509" sldId="273"/>
            <ac:picMk id="11" creationId="{D389EF9D-546A-60E1-E9BB-FFAE47BBAD08}"/>
          </ac:picMkLst>
        </pc:picChg>
        <pc:picChg chg="add mod">
          <ac:chgData name="Xiaochen Zhou" userId="dfc9c4750991a565" providerId="LiveId" clId="{54AE9B1A-00B3-4FF6-8E02-43C2196F7431}" dt="2026-05-06T05:03:52.661" v="684" actId="1076"/>
          <ac:picMkLst>
            <pc:docMk/>
            <pc:sldMk cId="4263324509" sldId="273"/>
            <ac:picMk id="12" creationId="{8E854D0C-0F2E-F301-4229-5FF8B4BDCDF3}"/>
          </ac:picMkLst>
        </pc:picChg>
      </pc:sldChg>
      <pc:sldChg chg="addSp delSp modSp new del mod ord modClrScheme chgLayout">
        <pc:chgData name="Xiaochen Zhou" userId="dfc9c4750991a565" providerId="LiveId" clId="{54AE9B1A-00B3-4FF6-8E02-43C2196F7431}" dt="2026-05-06T05:04:29.265" v="687" actId="2696"/>
        <pc:sldMkLst>
          <pc:docMk/>
          <pc:sldMk cId="4235416342" sldId="274"/>
        </pc:sldMkLst>
        <pc:spChg chg="mod ord">
          <ac:chgData name="Xiaochen Zhou" userId="dfc9c4750991a565" providerId="LiveId" clId="{54AE9B1A-00B3-4FF6-8E02-43C2196F7431}" dt="2026-05-06T05:03:59.377" v="685" actId="700"/>
          <ac:spMkLst>
            <pc:docMk/>
            <pc:sldMk cId="4235416342" sldId="274"/>
            <ac:spMk id="2" creationId="{2AF9443F-3242-7FBC-64F8-E4D237634778}"/>
          </ac:spMkLst>
        </pc:spChg>
        <pc:spChg chg="add del mod ord">
          <ac:chgData name="Xiaochen Zhou" userId="dfc9c4750991a565" providerId="LiveId" clId="{54AE9B1A-00B3-4FF6-8E02-43C2196F7431}" dt="2026-05-06T05:03:59.377" v="685" actId="700"/>
          <ac:spMkLst>
            <pc:docMk/>
            <pc:sldMk cId="4235416342" sldId="274"/>
            <ac:spMk id="4" creationId="{AA7CF7DF-C65C-CCD1-24CD-95DEC382642E}"/>
          </ac:spMkLst>
        </pc:spChg>
        <pc:spChg chg="add mod ord">
          <ac:chgData name="Xiaochen Zhou" userId="dfc9c4750991a565" providerId="LiveId" clId="{54AE9B1A-00B3-4FF6-8E02-43C2196F7431}" dt="2026-05-06T05:03:59.377" v="685" actId="700"/>
          <ac:spMkLst>
            <pc:docMk/>
            <pc:sldMk cId="4235416342" sldId="274"/>
            <ac:spMk id="5" creationId="{72A9AD56-9418-FD10-8F69-33DF5D66739C}"/>
          </ac:spMkLst>
        </pc:spChg>
        <pc:picChg chg="add del mod">
          <ac:chgData name="Xiaochen Zhou" userId="dfc9c4750991a565" providerId="LiveId" clId="{54AE9B1A-00B3-4FF6-8E02-43C2196F7431}" dt="2026-05-06T04:47:01.290" v="644" actId="478"/>
          <ac:picMkLst>
            <pc:docMk/>
            <pc:sldMk cId="4235416342" sldId="274"/>
            <ac:picMk id="6" creationId="{179FA975-697C-2520-0342-E988C71A8B58}"/>
          </ac:picMkLst>
        </pc:picChg>
        <pc:picChg chg="add del mod ord">
          <ac:chgData name="Xiaochen Zhou" userId="dfc9c4750991a565" providerId="LiveId" clId="{54AE9B1A-00B3-4FF6-8E02-43C2196F7431}" dt="2026-05-06T04:47:02.825" v="645" actId="478"/>
          <ac:picMkLst>
            <pc:docMk/>
            <pc:sldMk cId="4235416342" sldId="274"/>
            <ac:picMk id="8" creationId="{2F84B58A-77E0-2C3F-B43D-0C3C7DE7545B}"/>
          </ac:picMkLst>
        </pc:picChg>
        <pc:picChg chg="add del mod">
          <ac:chgData name="Xiaochen Zhou" userId="dfc9c4750991a565" providerId="LiveId" clId="{54AE9B1A-00B3-4FF6-8E02-43C2196F7431}" dt="2026-05-06T04:47:04.850" v="646" actId="478"/>
          <ac:picMkLst>
            <pc:docMk/>
            <pc:sldMk cId="4235416342" sldId="274"/>
            <ac:picMk id="10" creationId="{34408775-E194-4124-32AC-6E52A29F6646}"/>
          </ac:picMkLst>
        </pc:picChg>
      </pc:sldChg>
      <pc:sldChg chg="addSp delSp modSp new del mod modClrScheme chgLayout">
        <pc:chgData name="Xiaochen Zhou" userId="dfc9c4750991a565" providerId="LiveId" clId="{54AE9B1A-00B3-4FF6-8E02-43C2196F7431}" dt="2026-05-06T05:04:31.817" v="688" actId="2696"/>
        <pc:sldMkLst>
          <pc:docMk/>
          <pc:sldMk cId="38437445" sldId="275"/>
        </pc:sldMkLst>
        <pc:spChg chg="mod ord">
          <ac:chgData name="Xiaochen Zhou" userId="dfc9c4750991a565" providerId="LiveId" clId="{54AE9B1A-00B3-4FF6-8E02-43C2196F7431}" dt="2026-05-06T05:04:01.682" v="686" actId="700"/>
          <ac:spMkLst>
            <pc:docMk/>
            <pc:sldMk cId="38437445" sldId="275"/>
            <ac:spMk id="2" creationId="{6C419B29-3B8D-F673-4FE3-64987235BC1D}"/>
          </ac:spMkLst>
        </pc:spChg>
        <pc:spChg chg="add del mod ord">
          <ac:chgData name="Xiaochen Zhou" userId="dfc9c4750991a565" providerId="LiveId" clId="{54AE9B1A-00B3-4FF6-8E02-43C2196F7431}" dt="2026-05-06T05:04:01.682" v="686" actId="700"/>
          <ac:spMkLst>
            <pc:docMk/>
            <pc:sldMk cId="38437445" sldId="275"/>
            <ac:spMk id="4" creationId="{DACC0CD5-FB2E-DF04-3082-6830DB1E563D}"/>
          </ac:spMkLst>
        </pc:spChg>
        <pc:spChg chg="add mod ord">
          <ac:chgData name="Xiaochen Zhou" userId="dfc9c4750991a565" providerId="LiveId" clId="{54AE9B1A-00B3-4FF6-8E02-43C2196F7431}" dt="2026-05-06T05:04:01.682" v="686" actId="700"/>
          <ac:spMkLst>
            <pc:docMk/>
            <pc:sldMk cId="38437445" sldId="275"/>
            <ac:spMk id="5" creationId="{F7017192-AE8A-ADF8-F17D-80751E43A281}"/>
          </ac:spMkLst>
        </pc:spChg>
        <pc:picChg chg="add del mod ord">
          <ac:chgData name="Xiaochen Zhou" userId="dfc9c4750991a565" providerId="LiveId" clId="{54AE9B1A-00B3-4FF6-8E02-43C2196F7431}" dt="2026-05-06T04:46:58.951" v="643" actId="478"/>
          <ac:picMkLst>
            <pc:docMk/>
            <pc:sldMk cId="38437445" sldId="275"/>
            <ac:picMk id="6" creationId="{70A55BFD-8CC4-3A3A-0883-55FC81BAE659}"/>
          </ac:picMkLst>
        </pc:picChg>
      </pc:sldChg>
      <pc:sldChg chg="addSp delSp modSp new mod modClrScheme chgLayout">
        <pc:chgData name="Xiaochen Zhou" userId="dfc9c4750991a565" providerId="LiveId" clId="{54AE9B1A-00B3-4FF6-8E02-43C2196F7431}" dt="2026-05-06T05:07:32.239" v="726" actId="1076"/>
        <pc:sldMkLst>
          <pc:docMk/>
          <pc:sldMk cId="1150968520" sldId="276"/>
        </pc:sldMkLst>
        <pc:spChg chg="add del mod ord">
          <ac:chgData name="Xiaochen Zhou" userId="dfc9c4750991a565" providerId="LiveId" clId="{54AE9B1A-00B3-4FF6-8E02-43C2196F7431}" dt="2026-05-06T05:07:16.688" v="724" actId="478"/>
          <ac:spMkLst>
            <pc:docMk/>
            <pc:sldMk cId="1150968520" sldId="276"/>
            <ac:spMk id="2" creationId="{A6A1EF23-4ADC-E5D8-6083-94A6064285C1}"/>
          </ac:spMkLst>
        </pc:spChg>
        <pc:spChg chg="add mod ord">
          <ac:chgData name="Xiaochen Zhou" userId="dfc9c4750991a565" providerId="LiveId" clId="{54AE9B1A-00B3-4FF6-8E02-43C2196F7431}" dt="2026-05-06T05:07:13.010" v="722" actId="700"/>
          <ac:spMkLst>
            <pc:docMk/>
            <pc:sldMk cId="1150968520" sldId="276"/>
            <ac:spMk id="9" creationId="{4AA1810D-1871-C7C0-4DF0-7557A6B86CDD}"/>
          </ac:spMkLst>
        </pc:spChg>
        <pc:picChg chg="add mod">
          <ac:chgData name="Xiaochen Zhou" userId="dfc9c4750991a565" providerId="LiveId" clId="{54AE9B1A-00B3-4FF6-8E02-43C2196F7431}" dt="2026-05-06T05:07:32.239" v="726" actId="1076"/>
          <ac:picMkLst>
            <pc:docMk/>
            <pc:sldMk cId="1150968520" sldId="276"/>
            <ac:picMk id="4" creationId="{86C5EC11-86AE-313F-D422-8AFDB9E79826}"/>
          </ac:picMkLst>
        </pc:picChg>
        <pc:picChg chg="add del mod">
          <ac:chgData name="Xiaochen Zhou" userId="dfc9c4750991a565" providerId="LiveId" clId="{54AE9B1A-00B3-4FF6-8E02-43C2196F7431}" dt="2026-05-06T05:06:35.053" v="717" actId="478"/>
          <ac:picMkLst>
            <pc:docMk/>
            <pc:sldMk cId="1150968520" sldId="276"/>
            <ac:picMk id="8" creationId="{70B3F407-527D-AF61-3A49-56911981C7ED}"/>
          </ac:picMkLst>
        </pc:picChg>
        <pc:picChg chg="add del mod">
          <ac:chgData name="Xiaochen Zhou" userId="dfc9c4750991a565" providerId="LiveId" clId="{54AE9B1A-00B3-4FF6-8E02-43C2196F7431}" dt="2026-05-06T05:07:14.553" v="723" actId="478"/>
          <ac:picMkLst>
            <pc:docMk/>
            <pc:sldMk cId="1150968520" sldId="276"/>
            <ac:picMk id="13" creationId="{CB21D4D6-1BEE-0FB3-9957-5508D4B8257B}"/>
          </ac:picMkLst>
        </pc:picChg>
      </pc:sldChg>
      <pc:sldChg chg="addSp delSp modSp new mod modClrScheme chgLayout">
        <pc:chgData name="Xiaochen Zhou" userId="dfc9c4750991a565" providerId="LiveId" clId="{54AE9B1A-00B3-4FF6-8E02-43C2196F7431}" dt="2026-05-06T05:06:22.482" v="716" actId="14100"/>
        <pc:sldMkLst>
          <pc:docMk/>
          <pc:sldMk cId="2005439307" sldId="277"/>
        </pc:sldMkLst>
        <pc:spChg chg="add del mod ord">
          <ac:chgData name="Xiaochen Zhou" userId="dfc9c4750991a565" providerId="LiveId" clId="{54AE9B1A-00B3-4FF6-8E02-43C2196F7431}" dt="2026-05-06T05:05:00.759" v="694" actId="700"/>
          <ac:spMkLst>
            <pc:docMk/>
            <pc:sldMk cId="2005439307" sldId="277"/>
            <ac:spMk id="3" creationId="{2F14D9A7-B739-D777-0D9B-84FE38282394}"/>
          </ac:spMkLst>
        </pc:spChg>
        <pc:spChg chg="add mod ord">
          <ac:chgData name="Xiaochen Zhou" userId="dfc9c4750991a565" providerId="LiveId" clId="{54AE9B1A-00B3-4FF6-8E02-43C2196F7431}" dt="2026-05-06T05:05:00.759" v="694" actId="700"/>
          <ac:spMkLst>
            <pc:docMk/>
            <pc:sldMk cId="2005439307" sldId="277"/>
            <ac:spMk id="4" creationId="{37B89F0C-9858-2F76-393D-904B34922A77}"/>
          </ac:spMkLst>
        </pc:spChg>
        <pc:spChg chg="add del mod ord">
          <ac:chgData name="Xiaochen Zhou" userId="dfc9c4750991a565" providerId="LiveId" clId="{54AE9B1A-00B3-4FF6-8E02-43C2196F7431}" dt="2026-05-06T05:05:03.031" v="695" actId="478"/>
          <ac:spMkLst>
            <pc:docMk/>
            <pc:sldMk cId="2005439307" sldId="277"/>
            <ac:spMk id="5" creationId="{AC3D20CE-5707-33D5-556A-AB932FA71917}"/>
          </ac:spMkLst>
        </pc:spChg>
        <pc:picChg chg="add del mod">
          <ac:chgData name="Xiaochen Zhou" userId="dfc9c4750991a565" providerId="LiveId" clId="{54AE9B1A-00B3-4FF6-8E02-43C2196F7431}" dt="2026-05-06T05:05:26.016" v="705" actId="478"/>
          <ac:picMkLst>
            <pc:docMk/>
            <pc:sldMk cId="2005439307" sldId="277"/>
            <ac:picMk id="7" creationId="{01A1B354-1EA1-C0A0-DE34-01EDD906231D}"/>
          </ac:picMkLst>
        </pc:picChg>
        <pc:picChg chg="add del mod">
          <ac:chgData name="Xiaochen Zhou" userId="dfc9c4750991a565" providerId="LiveId" clId="{54AE9B1A-00B3-4FF6-8E02-43C2196F7431}" dt="2026-05-06T05:04:56.346" v="691" actId="478"/>
          <ac:picMkLst>
            <pc:docMk/>
            <pc:sldMk cId="2005439307" sldId="277"/>
            <ac:picMk id="8" creationId="{2D5A6FC0-9F89-CFD9-5220-E81E9CE88334}"/>
          </ac:picMkLst>
        </pc:picChg>
        <pc:picChg chg="add del mod ord">
          <ac:chgData name="Xiaochen Zhou" userId="dfc9c4750991a565" providerId="LiveId" clId="{54AE9B1A-00B3-4FF6-8E02-43C2196F7431}" dt="2026-05-06T05:04:56.947" v="692" actId="478"/>
          <ac:picMkLst>
            <pc:docMk/>
            <pc:sldMk cId="2005439307" sldId="277"/>
            <ac:picMk id="10" creationId="{A4D72759-4997-297F-5D78-2B910A357A6A}"/>
          </ac:picMkLst>
        </pc:picChg>
        <pc:picChg chg="add del mod">
          <ac:chgData name="Xiaochen Zhou" userId="dfc9c4750991a565" providerId="LiveId" clId="{54AE9B1A-00B3-4FF6-8E02-43C2196F7431}" dt="2026-05-06T05:05:51.589" v="710" actId="478"/>
          <ac:picMkLst>
            <pc:docMk/>
            <pc:sldMk cId="2005439307" sldId="277"/>
            <ac:picMk id="11" creationId="{449CC72D-2F2B-C466-0896-49B0178669C0}"/>
          </ac:picMkLst>
        </pc:picChg>
        <pc:picChg chg="add del mod">
          <ac:chgData name="Xiaochen Zhou" userId="dfc9c4750991a565" providerId="LiveId" clId="{54AE9B1A-00B3-4FF6-8E02-43C2196F7431}" dt="2026-05-06T05:04:58.126" v="693" actId="478"/>
          <ac:picMkLst>
            <pc:docMk/>
            <pc:sldMk cId="2005439307" sldId="277"/>
            <ac:picMk id="12" creationId="{F8096667-AA0B-6ADA-D625-A6BDB5E42BC2}"/>
          </ac:picMkLst>
        </pc:picChg>
        <pc:picChg chg="add mod">
          <ac:chgData name="Xiaochen Zhou" userId="dfc9c4750991a565" providerId="LiveId" clId="{54AE9B1A-00B3-4FF6-8E02-43C2196F7431}" dt="2026-05-06T05:06:22.482" v="716" actId="14100"/>
          <ac:picMkLst>
            <pc:docMk/>
            <pc:sldMk cId="2005439307" sldId="277"/>
            <ac:picMk id="14" creationId="{1ED8CB9E-5661-7855-4BE1-3FE5C81633D2}"/>
          </ac:picMkLst>
        </pc:picChg>
      </pc:sldChg>
      <pc:sldChg chg="addSp delSp modSp new mod modClrScheme chgLayout">
        <pc:chgData name="Xiaochen Zhou" userId="dfc9c4750991a565" providerId="LiveId" clId="{54AE9B1A-00B3-4FF6-8E02-43C2196F7431}" dt="2026-05-06T05:07:50.968" v="728" actId="22"/>
        <pc:sldMkLst>
          <pc:docMk/>
          <pc:sldMk cId="357289568" sldId="278"/>
        </pc:sldMkLst>
        <pc:picChg chg="add">
          <ac:chgData name="Xiaochen Zhou" userId="dfc9c4750991a565" providerId="LiveId" clId="{54AE9B1A-00B3-4FF6-8E02-43C2196F7431}" dt="2026-05-06T05:07:50.968" v="728" actId="22"/>
          <ac:picMkLst>
            <pc:docMk/>
            <pc:sldMk cId="357289568" sldId="278"/>
            <ac:picMk id="3" creationId="{60BD264A-761F-4104-75DD-429F1C5EC082}"/>
          </ac:picMkLst>
        </pc:picChg>
        <pc:picChg chg="add del mod">
          <ac:chgData name="Xiaochen Zhou" userId="dfc9c4750991a565" providerId="LiveId" clId="{54AE9B1A-00B3-4FF6-8E02-43C2196F7431}" dt="2026-05-06T05:07:34.036" v="727" actId="478"/>
          <ac:picMkLst>
            <pc:docMk/>
            <pc:sldMk cId="357289568" sldId="278"/>
            <ac:picMk id="8" creationId="{6ACA1027-447E-F508-03C2-024451735CCA}"/>
          </ac:picMkLst>
        </pc:picChg>
      </pc:sldChg>
      <pc:sldChg chg="addSp delSp modSp new add del mod modClrScheme chgLayout">
        <pc:chgData name="Xiaochen Zhou" userId="dfc9c4750991a565" providerId="LiveId" clId="{54AE9B1A-00B3-4FF6-8E02-43C2196F7431}" dt="2026-05-06T05:01:52.079" v="656" actId="1076"/>
        <pc:sldMkLst>
          <pc:docMk/>
          <pc:sldMk cId="3747633346" sldId="279"/>
        </pc:sldMkLst>
        <pc:spChg chg="add mod">
          <ac:chgData name="Xiaochen Zhou" userId="dfc9c4750991a565" providerId="LiveId" clId="{54AE9B1A-00B3-4FF6-8E02-43C2196F7431}" dt="2026-05-04T02:58:19.555" v="448" actId="20577"/>
          <ac:spMkLst>
            <pc:docMk/>
            <pc:sldMk cId="3747633346" sldId="279"/>
            <ac:spMk id="2" creationId="{7D6F96E0-03A6-24B0-72E0-EF7562346431}"/>
          </ac:spMkLst>
        </pc:spChg>
        <pc:spChg chg="add del mod">
          <ac:chgData name="Xiaochen Zhou" userId="dfc9c4750991a565" providerId="LiveId" clId="{54AE9B1A-00B3-4FF6-8E02-43C2196F7431}" dt="2026-05-06T05:01:35.832" v="648" actId="22"/>
          <ac:spMkLst>
            <pc:docMk/>
            <pc:sldMk cId="3747633346" sldId="279"/>
            <ac:spMk id="4" creationId="{4F9BFA76-F192-E6DA-F0C9-FDCCDA3326D5}"/>
          </ac:spMkLst>
        </pc:spChg>
        <pc:spChg chg="add mod ord">
          <ac:chgData name="Xiaochen Zhou" userId="dfc9c4750991a565" providerId="LiveId" clId="{54AE9B1A-00B3-4FF6-8E02-43C2196F7431}" dt="2026-05-04T02:40:45.063" v="443" actId="14100"/>
          <ac:spMkLst>
            <pc:docMk/>
            <pc:sldMk cId="3747633346" sldId="279"/>
            <ac:spMk id="5" creationId="{2C818455-E682-CF72-8C49-429D26240D8B}"/>
          </ac:spMkLst>
        </pc:spChg>
        <pc:picChg chg="add mod ord">
          <ac:chgData name="Xiaochen Zhou" userId="dfc9c4750991a565" providerId="LiveId" clId="{54AE9B1A-00B3-4FF6-8E02-43C2196F7431}" dt="2026-05-06T05:01:52.079" v="656" actId="1076"/>
          <ac:picMkLst>
            <pc:docMk/>
            <pc:sldMk cId="3747633346" sldId="279"/>
            <ac:picMk id="7" creationId="{7984941A-8E18-236E-E97A-EDFAB90B8B30}"/>
          </ac:picMkLst>
        </pc:picChg>
        <pc:picChg chg="add del mod ord">
          <ac:chgData name="Xiaochen Zhou" userId="dfc9c4750991a565" providerId="LiveId" clId="{54AE9B1A-00B3-4FF6-8E02-43C2196F7431}" dt="2026-05-06T05:01:34.225" v="647" actId="478"/>
          <ac:picMkLst>
            <pc:docMk/>
            <pc:sldMk cId="3747633346" sldId="279"/>
            <ac:picMk id="8" creationId="{22FE0357-8D69-1613-FC70-C28C2F5046AD}"/>
          </ac:picMkLst>
        </pc:picChg>
      </pc:sldChg>
      <pc:sldChg chg="addSp delSp modSp new mod modClrScheme chgLayout">
        <pc:chgData name="Xiaochen Zhou" userId="dfc9c4750991a565" providerId="LiveId" clId="{54AE9B1A-00B3-4FF6-8E02-43C2196F7431}" dt="2026-05-06T05:04:37.190" v="690" actId="1076"/>
        <pc:sldMkLst>
          <pc:docMk/>
          <pc:sldMk cId="1238750151" sldId="280"/>
        </pc:sldMkLst>
        <pc:spChg chg="add del mod">
          <ac:chgData name="Xiaochen Zhou" userId="dfc9c4750991a565" providerId="LiveId" clId="{54AE9B1A-00B3-4FF6-8E02-43C2196F7431}" dt="2026-05-06T05:02:52.934" v="674" actId="478"/>
          <ac:spMkLst>
            <pc:docMk/>
            <pc:sldMk cId="1238750151" sldId="280"/>
            <ac:spMk id="3" creationId="{8665F7FC-2C81-5F9A-F2D5-89388D5D05E9}"/>
          </ac:spMkLst>
        </pc:spChg>
        <pc:spChg chg="add mod ord">
          <ac:chgData name="Xiaochen Zhou" userId="dfc9c4750991a565" providerId="LiveId" clId="{54AE9B1A-00B3-4FF6-8E02-43C2196F7431}" dt="2026-05-04T03:04:56.401" v="457" actId="14100"/>
          <ac:spMkLst>
            <pc:docMk/>
            <pc:sldMk cId="1238750151" sldId="280"/>
            <ac:spMk id="5" creationId="{DC5A9015-6920-506D-4A8D-5E9D89A30ADC}"/>
          </ac:spMkLst>
        </pc:spChg>
        <pc:picChg chg="add mod">
          <ac:chgData name="Xiaochen Zhou" userId="dfc9c4750991a565" providerId="LiveId" clId="{54AE9B1A-00B3-4FF6-8E02-43C2196F7431}" dt="2026-05-06T05:04:37.190" v="690" actId="1076"/>
          <ac:picMkLst>
            <pc:docMk/>
            <pc:sldMk cId="1238750151" sldId="280"/>
            <ac:picMk id="6" creationId="{88B3D01F-9FC2-DB08-F6BF-EC6042D166DC}"/>
          </ac:picMkLst>
        </pc:picChg>
        <pc:picChg chg="add del mod ord">
          <ac:chgData name="Xiaochen Zhou" userId="dfc9c4750991a565" providerId="LiveId" clId="{54AE9B1A-00B3-4FF6-8E02-43C2196F7431}" dt="2026-05-06T05:02:48.625" v="672" actId="478"/>
          <ac:picMkLst>
            <pc:docMk/>
            <pc:sldMk cId="1238750151" sldId="280"/>
            <ac:picMk id="8" creationId="{BA3B76AF-F361-FCA6-C720-2FCAD063FFDE}"/>
          </ac:picMkLst>
        </pc:picChg>
        <pc:picChg chg="add del mod">
          <ac:chgData name="Xiaochen Zhou" userId="dfc9c4750991a565" providerId="LiveId" clId="{54AE9B1A-00B3-4FF6-8E02-43C2196F7431}" dt="2026-05-06T05:02:53.478" v="675" actId="478"/>
          <ac:picMkLst>
            <pc:docMk/>
            <pc:sldMk cId="1238750151" sldId="280"/>
            <ac:picMk id="10" creationId="{FCDDA66E-31B5-DDDB-090E-AFA4637A16A3}"/>
          </ac:picMkLst>
        </pc:picChg>
        <pc:picChg chg="add del mod">
          <ac:chgData name="Xiaochen Zhou" userId="dfc9c4750991a565" providerId="LiveId" clId="{54AE9B1A-00B3-4FF6-8E02-43C2196F7431}" dt="2026-05-06T05:02:50.532" v="673" actId="478"/>
          <ac:picMkLst>
            <pc:docMk/>
            <pc:sldMk cId="1238750151" sldId="280"/>
            <ac:picMk id="12" creationId="{1496AAA2-B7F0-D8E5-4694-0D7A18F299EC}"/>
          </ac:picMkLst>
        </pc:picChg>
      </pc:sldChg>
      <pc:sldChg chg="addSp delSp modSp new mod modClrScheme chgLayout">
        <pc:chgData name="Xiaochen Zhou" userId="dfc9c4750991a565" providerId="LiveId" clId="{54AE9B1A-00B3-4FF6-8E02-43C2196F7431}" dt="2026-05-04T05:19:55.742" v="592" actId="20577"/>
        <pc:sldMkLst>
          <pc:docMk/>
          <pc:sldMk cId="1011031570" sldId="281"/>
        </pc:sldMkLst>
        <pc:spChg chg="add mod ord">
          <ac:chgData name="Xiaochen Zhou" userId="dfc9c4750991a565" providerId="LiveId" clId="{54AE9B1A-00B3-4FF6-8E02-43C2196F7431}" dt="2026-05-04T05:19:55.742" v="592" actId="20577"/>
          <ac:spMkLst>
            <pc:docMk/>
            <pc:sldMk cId="1011031570" sldId="281"/>
            <ac:spMk id="5" creationId="{05E6FFF6-4435-68A7-5F68-512E3133FFE0}"/>
          </ac:spMkLst>
        </pc:spChg>
      </pc:sldChg>
      <pc:sldChg chg="addSp delSp modSp new mod modClrScheme chgLayout">
        <pc:chgData name="Xiaochen Zhou" userId="dfc9c4750991a565" providerId="LiveId" clId="{54AE9B1A-00B3-4FF6-8E02-43C2196F7431}" dt="2026-05-04T05:39:42.653" v="613" actId="478"/>
        <pc:sldMkLst>
          <pc:docMk/>
          <pc:sldMk cId="1876478947" sldId="282"/>
        </pc:sldMkLst>
        <pc:spChg chg="add mod ord">
          <ac:chgData name="Xiaochen Zhou" userId="dfc9c4750991a565" providerId="LiveId" clId="{54AE9B1A-00B3-4FF6-8E02-43C2196F7431}" dt="2026-05-04T05:39:40.407" v="612" actId="20577"/>
          <ac:spMkLst>
            <pc:docMk/>
            <pc:sldMk cId="1876478947" sldId="282"/>
            <ac:spMk id="4" creationId="{A4A6EAFF-8C22-44C8-4D71-A07406D056F3}"/>
          </ac:spMkLst>
        </pc:spChg>
      </pc:sldChg>
    </pc:docChg>
  </pc:docChgLst>
  <pc:docChgLst>
    <pc:chgData name="Xiaochen Zhou" userId="dfc9c4750991a565" providerId="LiveId" clId="{11BD4C86-ED94-4CF5-84A1-5A97D1FD7B39}"/>
    <pc:docChg chg="undo custSel modSld sldOrd">
      <pc:chgData name="Xiaochen Zhou" userId="dfc9c4750991a565" providerId="LiveId" clId="{11BD4C86-ED94-4CF5-84A1-5A97D1FD7B39}" dt="2026-05-04T15:52:34.495" v="458" actId="20577"/>
      <pc:docMkLst>
        <pc:docMk/>
      </pc:docMkLst>
      <pc:sldChg chg="modNotesTx">
        <pc:chgData name="Xiaochen Zhou" userId="dfc9c4750991a565" providerId="LiveId" clId="{11BD4C86-ED94-4CF5-84A1-5A97D1FD7B39}" dt="2026-05-01T13:42:33.372" v="119" actId="20577"/>
        <pc:sldMkLst>
          <pc:docMk/>
          <pc:sldMk cId="2014699056" sldId="257"/>
        </pc:sldMkLst>
      </pc:sldChg>
      <pc:sldChg chg="addSp modSp mod">
        <pc:chgData name="Xiaochen Zhou" userId="dfc9c4750991a565" providerId="LiveId" clId="{11BD4C86-ED94-4CF5-84A1-5A97D1FD7B39}" dt="2026-05-01T13:49:46.062" v="143" actId="1076"/>
        <pc:sldMkLst>
          <pc:docMk/>
          <pc:sldMk cId="3426759954" sldId="258"/>
        </pc:sldMkLst>
      </pc:sldChg>
      <pc:sldChg chg="addSp delSp modSp mod ord modNotesTx">
        <pc:chgData name="Xiaochen Zhou" userId="dfc9c4750991a565" providerId="LiveId" clId="{11BD4C86-ED94-4CF5-84A1-5A97D1FD7B39}" dt="2026-05-01T14:14:48.830" v="412"/>
        <pc:sldMkLst>
          <pc:docMk/>
          <pc:sldMk cId="660788897" sldId="259"/>
        </pc:sldMkLst>
      </pc:sldChg>
      <pc:sldChg chg="modSp mod modNotesTx">
        <pc:chgData name="Xiaochen Zhou" userId="dfc9c4750991a565" providerId="LiveId" clId="{11BD4C86-ED94-4CF5-84A1-5A97D1FD7B39}" dt="2026-05-04T15:16:40.411" v="413" actId="1076"/>
        <pc:sldMkLst>
          <pc:docMk/>
          <pc:sldMk cId="1745801633" sldId="261"/>
        </pc:sldMkLst>
        <pc:picChg chg="mod">
          <ac:chgData name="Xiaochen Zhou" userId="dfc9c4750991a565" providerId="LiveId" clId="{11BD4C86-ED94-4CF5-84A1-5A97D1FD7B39}" dt="2026-05-04T15:16:40.411" v="413" actId="1076"/>
          <ac:picMkLst>
            <pc:docMk/>
            <pc:sldMk cId="1745801633" sldId="261"/>
            <ac:picMk id="12" creationId="{3C5B18AB-CE46-24FF-2309-325533153E40}"/>
          </ac:picMkLst>
        </pc:picChg>
      </pc:sldChg>
      <pc:sldChg chg="delSp mod modNotesTx">
        <pc:chgData name="Xiaochen Zhou" userId="dfc9c4750991a565" providerId="LiveId" clId="{11BD4C86-ED94-4CF5-84A1-5A97D1FD7B39}" dt="2026-05-01T14:07:34.852" v="362" actId="20577"/>
        <pc:sldMkLst>
          <pc:docMk/>
          <pc:sldMk cId="406591979" sldId="262"/>
        </pc:sldMkLst>
      </pc:sldChg>
      <pc:sldChg chg="modNotesTx">
        <pc:chgData name="Xiaochen Zhou" userId="dfc9c4750991a565" providerId="LiveId" clId="{11BD4C86-ED94-4CF5-84A1-5A97D1FD7B39}" dt="2026-05-04T15:52:34.495" v="458" actId="20577"/>
        <pc:sldMkLst>
          <pc:docMk/>
          <pc:sldMk cId="1130265751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868FE-326D-40D3-A1B2-25664CF2DC8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84742-7D38-444C-942C-61493C71E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84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interaction means: Vaccinated change from -2 to Day 4 is greater than Naive change from -2 to Day 4. </a:t>
            </a:r>
            <a:r>
              <a:rPr lang="en-US" b="1" dirty="0"/>
              <a:t>Day 4-vs-baseline change is higher/more positive in Vaccinated than in Naive</a:t>
            </a:r>
            <a:r>
              <a:rPr lang="en-US" dirty="0"/>
              <a:t>.</a:t>
            </a:r>
          </a:p>
          <a:p>
            <a:r>
              <a:rPr lang="en-US" dirty="0"/>
              <a:t>Negative interaction means: Vaccinated change from -2 to Day 4 is smaller than Naive change from -2 to Day 4. </a:t>
            </a:r>
          </a:p>
          <a:p>
            <a:r>
              <a:rPr lang="en-US" dirty="0"/>
              <a:t>The 4</a:t>
            </a:r>
            <a:r>
              <a:rPr lang="en-US" baseline="30000" dirty="0"/>
              <a:t>th</a:t>
            </a:r>
            <a:r>
              <a:rPr lang="en-US" dirty="0"/>
              <a:t> gene’s p-adj &gt; 0.05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84742-7D38-444C-942C-61493C71E2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2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Y-axis shows DESeq2-normalized counts + 1 on a log10 scale; adding 1 allows zero-count samples to be displayed.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Ank shows a stronger Day 4 reduction in vaccinated mice compared with naive mice.</a:t>
            </a:r>
            <a:endParaRPr lang="en-US" b="1" dirty="0"/>
          </a:p>
          <a:p>
            <a:r>
              <a:rPr lang="en-US" b="1"/>
              <a:t>Wfdc17 increases strongly from baseline to Day 4 in both groups</a:t>
            </a:r>
            <a:r>
              <a:rPr lang="en-US"/>
              <a:t>, but the increase is </a:t>
            </a:r>
            <a:r>
              <a:rPr lang="en-US" b="1"/>
              <a:t>larger in the vaccinated group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84742-7D38-444C-942C-61493C71E2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73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Sort by FC (negative first, then positive), then p-value. (plot top 4 up and down); 4*6 pdf/tiff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84742-7D38-444C-942C-61493C71E2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30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 them by pattern?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84742-7D38-444C-942C-61493C71E2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80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Among genes that did not show significant evidence of different temporal response between groups, 6,554 genes changed significantly from baseline to Day 4 across both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84742-7D38-444C-942C-61493C71E2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0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84742-7D38-444C-942C-61493C71E2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88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84742-7D38-444C-942C-61493C71E2A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24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Cxcr6 showed opposite temporal patterns between groups: expression decreased from baseline to Day 4 in naive mice, but increased from baseline to Day 4 in vaccinated mice.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84742-7D38-444C-942C-61493C71E2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26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84742-7D38-444C-942C-61493C71E2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387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3D4A8-F95B-1D8E-2A25-C4BDC216E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239D6-B13B-C460-93CF-2577AC5C6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1F53A-C46C-C7CE-CC78-1F50D153D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3565-1292-43BF-9E4A-AE282B82736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86B7F-CD09-9390-E86F-1C214B23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1296B-90D2-632C-8DC4-CB9CD7F4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BBE1-F989-42AB-BBE6-A50D7A684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8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451F4-DF92-83F2-369E-858913551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0CB64-31C3-4776-A2DE-85640DAA8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B8C3A-D767-EB5B-5E86-18E53D7D1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3565-1292-43BF-9E4A-AE282B82736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72873-26D8-BCF1-6C42-672D8A83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EBAF3-DAA6-0C80-E015-A0AE166DC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BBE1-F989-42AB-BBE6-A50D7A684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67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6B883-1DA7-10CF-3704-9A2CE58D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480AC-A3EF-D1B0-7C67-55B2A671C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B5FCB-662B-83A7-4697-27A4C7D5E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3565-1292-43BF-9E4A-AE282B82736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67345-E16B-2F70-6FC6-2A0A88CE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0FEB0-F85D-2C9D-3C83-3F70E790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BBE1-F989-42AB-BBE6-A50D7A684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78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187A-8167-F023-98F6-924C870C0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4CB03-0656-7141-8268-112DCB864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0A804-E217-4EF7-5BA1-84A4B658E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89340-7D50-0DC9-E11C-A4F3195C0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3565-1292-43BF-9E4A-AE282B82736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44925-8DE8-39EB-94A8-6A597594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2DC05-51D1-8CF2-364B-5F6E6B07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BBE1-F989-42AB-BBE6-A50D7A684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4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C274-B51E-8789-5DAA-ED1B7FD5D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73F95-AED0-8647-FF0A-B8602E76C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C458E-3518-90E7-F2F2-46D4A4B0F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544D8-8C26-379E-353B-0BE3BA7C2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7C624E-3BC6-CFAA-C52F-B66968EF61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317BA0-4064-41F6-EDF6-B5DCFC4E9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3565-1292-43BF-9E4A-AE282B82736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68AFB6-8741-0248-99B4-4D885752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81607C-9C35-DB03-8D82-BE4336C5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BBE1-F989-42AB-BBE6-A50D7A684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07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9302C-4066-0CAC-20CD-334747C9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6FBDF-955C-5175-894A-04E82EE1E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3565-1292-43BF-9E4A-AE282B82736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CA96C-2658-AFD2-CD7E-B5672907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25DBC-51A7-CBFD-4341-1F5301950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BBE1-F989-42AB-BBE6-A50D7A684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48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FCF88-4FA1-C548-F36D-85ACE6925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3565-1292-43BF-9E4A-AE282B82736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2A135-3361-7170-47DB-35C6E2909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A0BED-0811-151E-9932-B254045E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BBE1-F989-42AB-BBE6-A50D7A684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26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119C3-4F05-BF3A-C34D-2A3DF5242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CEB25-04C2-C284-51AD-54FA126FC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774D9-A5BB-EC9F-C7BA-2A2BCC447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CDF4A-4E3B-C2EB-BC06-066ED6A6B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3565-1292-43BF-9E4A-AE282B82736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AF332-A3AF-1248-C3DE-7B066772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4F7E7-DCC5-6C4F-5DD8-6D169AC3F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BBE1-F989-42AB-BBE6-A50D7A684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4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7D9A7-6F94-CE28-95F8-A5C72BBD9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48358-434F-7877-5978-E44FF7CAE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875F8-48CE-5D66-FAE3-34798FFA6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79F63-AC0D-4862-F109-2D8FC57F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3565-1292-43BF-9E4A-AE282B82736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C1799-48E7-658B-99B2-4915F410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3C218-5936-26A9-7A1F-EC2C480F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BBE1-F989-42AB-BBE6-A50D7A684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3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0D5C6-EA70-D18D-062A-D58A549C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FA087F-DD84-5F9C-9CCC-E8633A5FC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0CBB-02E7-D5B9-3EBE-98E68FB9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3565-1292-43BF-9E4A-AE282B82736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15D21-FB27-2E7E-5B2B-4CFA7337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0FAB2-C357-2F5E-B4ED-0999332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BBE1-F989-42AB-BBE6-A50D7A684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6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B079B6-CF27-428D-E551-5FE5DBD13A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DAE5F-0283-6655-B5CD-3C8F2AEBE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7E7F1-D289-2DCF-3B94-092ED8BD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C3565-1292-43BF-9E4A-AE282B82736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DE7D2-9B6F-1BE7-94D6-ABC47F74B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48F42-BE5D-9382-6A25-51BE2CDB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BBE1-F989-42AB-BBE6-A50D7A684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5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0ED5D-9B59-E08A-96BF-41448D39E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0953F-4EBB-A145-9322-2E7CEE344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5F4F2-7CF4-5B76-DF4E-AB341869B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C3565-1292-43BF-9E4A-AE282B82736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39793-6D03-F159-CC19-256784621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988F4-0A29-9346-4DB1-307409FD7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FBBE1-F989-42AB-BBE6-A50D7A684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AC1B-1301-1984-F489-92FDB857D3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 Analysis with Time Interaction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AD9BD-77C0-3D63-CC50-F3E239F4C4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Esther Zhou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68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52C1B-A887-F33D-8089-9E87F02A1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4 Group-by-Time Interaction Volcano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169316-2C56-1F47-4EA5-B58AE6533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287" y="1936123"/>
            <a:ext cx="4305901" cy="108600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B718C8A-EAE3-EE78-FEA7-9A5D2953E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88536" y="1936123"/>
            <a:ext cx="6893940" cy="42545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4A6374-1A94-9B39-3103-BFB1BAA19BB5}"/>
              </a:ext>
            </a:extLst>
          </p:cNvPr>
          <p:cNvSpPr txBox="1"/>
          <p:nvPr/>
        </p:nvSpPr>
        <p:spPr>
          <a:xfrm>
            <a:off x="7580540" y="3613278"/>
            <a:ext cx="45191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Model reference: Naive at −2 dpi.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Positive </a:t>
            </a:r>
            <a:r>
              <a:rPr lang="en-US" dirty="0" err="1"/>
              <a:t>log₂FC</a:t>
            </a:r>
            <a:r>
              <a:rPr lang="en-US" dirty="0"/>
              <a:t> indicates a stronger day 4 change in vaccinated mice relative to naive mice.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Negative </a:t>
            </a:r>
            <a:r>
              <a:rPr lang="en-US" dirty="0" err="1"/>
              <a:t>log₂FC</a:t>
            </a:r>
            <a:r>
              <a:rPr lang="en-US" dirty="0"/>
              <a:t> indicates a stronger day 4 change in naive mice relative to vaccinated mice.</a:t>
            </a:r>
          </a:p>
        </p:txBody>
      </p:sp>
    </p:spTree>
    <p:extLst>
      <p:ext uri="{BB962C8B-B14F-4D97-AF65-F5344CB8AC3E}">
        <p14:creationId xmlns:p14="http://schemas.microsoft.com/office/powerpoint/2010/main" val="2014699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4FA48D-4BED-CF44-D0CB-F539B9F6A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Significant Day 4 Group-by-Time Interactions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33902A5-B6EE-DA88-9ED9-77FCE5136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535045"/>
            <a:ext cx="12284634" cy="438040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DC47863-6EF6-7274-245A-FBC9BDFB9671}"/>
              </a:ext>
            </a:extLst>
          </p:cNvPr>
          <p:cNvSpPr txBox="1"/>
          <p:nvPr/>
        </p:nvSpPr>
        <p:spPr>
          <a:xfrm>
            <a:off x="173231" y="6390604"/>
            <a:ext cx="5656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*The large dot on the line is the </a:t>
            </a:r>
            <a:r>
              <a:rPr lang="en-US" b="1" dirty="0"/>
              <a:t>group median </a:t>
            </a:r>
            <a:r>
              <a:rPr lang="en-US" dirty="0"/>
              <a:t>at each day.</a:t>
            </a:r>
          </a:p>
        </p:txBody>
      </p:sp>
    </p:spTree>
    <p:extLst>
      <p:ext uri="{BB962C8B-B14F-4D97-AF65-F5344CB8AC3E}">
        <p14:creationId xmlns:p14="http://schemas.microsoft.com/office/powerpoint/2010/main" val="3426759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818455-E682-CF72-8C49-429D26240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1" y="365125"/>
            <a:ext cx="11971421" cy="1325563"/>
          </a:xfrm>
        </p:spPr>
        <p:txBody>
          <a:bodyPr/>
          <a:lstStyle/>
          <a:p>
            <a:r>
              <a:rPr lang="en-US" dirty="0"/>
              <a:t>Expression Trajectories of Day 4 Interaction Genes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6F96E0-03A6-24B0-72E0-EF7562346431}"/>
              </a:ext>
            </a:extLst>
          </p:cNvPr>
          <p:cNvSpPr txBox="1"/>
          <p:nvPr/>
        </p:nvSpPr>
        <p:spPr>
          <a:xfrm>
            <a:off x="276726" y="5919537"/>
            <a:ext cx="7810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Y-axis is shown on a log10 scale; 1 was added to allow zero counts to be plotted.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84941A-8E18-236E-E97A-EDFAB90B8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5" y="1857983"/>
            <a:ext cx="12189455" cy="3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3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2A6D29-E566-D640-CCE5-10ACC167C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6 Group-by-Time Interaction Volcano Plot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7AEC5E-DEB8-7689-1479-B09A770A4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661" y="1315224"/>
            <a:ext cx="3779139" cy="5418284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C5B18AB-CE46-24FF-2309-325533153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6596" y="1690688"/>
            <a:ext cx="6891087" cy="42527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7A887A-B33A-5C60-1D1C-1952DD96671D}"/>
              </a:ext>
            </a:extLst>
          </p:cNvPr>
          <p:cNvSpPr txBox="1"/>
          <p:nvPr/>
        </p:nvSpPr>
        <p:spPr>
          <a:xfrm>
            <a:off x="0" y="6488668"/>
            <a:ext cx="3662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Model reference: Naive at −2 dpi. </a:t>
            </a:r>
          </a:p>
        </p:txBody>
      </p:sp>
    </p:spTree>
    <p:extLst>
      <p:ext uri="{BB962C8B-B14F-4D97-AF65-F5344CB8AC3E}">
        <p14:creationId xmlns:p14="http://schemas.microsoft.com/office/powerpoint/2010/main" val="174580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A0D1ED2-2E1F-F567-A2B1-EF0EEDC29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Significant Day 6 Group-by-Time Interactions Examples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854D0C-0F2E-F301-4229-5FF8B4BDC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528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324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5A9015-6920-506D-4A8D-5E9D89A3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75" y="365125"/>
            <a:ext cx="12139862" cy="1325563"/>
          </a:xfrm>
        </p:spPr>
        <p:txBody>
          <a:bodyPr/>
          <a:lstStyle/>
          <a:p>
            <a:r>
              <a:rPr lang="en-US" dirty="0"/>
              <a:t>Expression Trajectories of Day 6 Interaction Genes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B3D01F-9FC2-DB08-F6BF-EC6042D16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7712"/>
            <a:ext cx="12192000" cy="524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5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53C53-AEE9-2075-94EB-56A89FFD8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14988" cy="1325563"/>
          </a:xfrm>
        </p:spPr>
        <p:txBody>
          <a:bodyPr/>
          <a:lstStyle/>
          <a:p>
            <a:r>
              <a:rPr lang="en-US" dirty="0"/>
              <a:t>Day 11 Group-by-Time Interaction Volcano Plot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32EABF-DEED-DCE0-13B3-71A01F3E4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7646" y="1793319"/>
            <a:ext cx="6930985" cy="42774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F8F1E8-E555-85BA-71C0-04996626B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995" y="1793319"/>
            <a:ext cx="4142193" cy="36740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7B4885-0852-A681-6A1E-23E7E3A27493}"/>
              </a:ext>
            </a:extLst>
          </p:cNvPr>
          <p:cNvSpPr txBox="1"/>
          <p:nvPr/>
        </p:nvSpPr>
        <p:spPr>
          <a:xfrm>
            <a:off x="167646" y="6488668"/>
            <a:ext cx="3662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Model reference: Naive at −2 dpi. </a:t>
            </a:r>
          </a:p>
        </p:txBody>
      </p:sp>
    </p:spTree>
    <p:extLst>
      <p:ext uri="{BB962C8B-B14F-4D97-AF65-F5344CB8AC3E}">
        <p14:creationId xmlns:p14="http://schemas.microsoft.com/office/powerpoint/2010/main" val="1130265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B89F0C-9858-2F76-393D-904B3492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Significant Day 11 Group-by-Time Interactions Examples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D8CB9E-5661-7855-4BE1-3FE5C8163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15" y="1606147"/>
            <a:ext cx="10971179" cy="525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39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AA1810D-1871-C7C0-4DF0-7557A6B86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Significant Day 11 Group-by-Time Interactions Examples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C5EC11-86AE-313F-D422-8AFDB9E79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04" y="2464202"/>
            <a:ext cx="12192000" cy="301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68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BD264A-761F-4104-75DD-429F1C5EC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36" y="0"/>
            <a:ext cx="10610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8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B36491C-DDC1-A801-E55A-3C608018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30" y="234497"/>
            <a:ext cx="11512138" cy="1325563"/>
          </a:xfrm>
        </p:spPr>
        <p:txBody>
          <a:bodyPr/>
          <a:lstStyle/>
          <a:p>
            <a:r>
              <a:rPr lang="en-US" dirty="0"/>
              <a:t>Two-Model Strategy for Time-Course DE Analysis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440B8B6D-C215-6630-D0C5-D3A3B32BA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6961" y="1296370"/>
            <a:ext cx="5810928" cy="55616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D8232A-E26E-2EE5-3FB7-BE436B71A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91" y="3171217"/>
            <a:ext cx="3860189" cy="118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22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DC7E2-D60D-6CAA-F916-D72E7224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4 Shared Time Effect Volcano Plot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A7A54F-1893-495E-26C7-B39E238FA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896" y="1930411"/>
            <a:ext cx="7984519" cy="492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87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308A633-8FFE-2513-4890-2A8C71822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4 Shared Time Effect: Top 15 Up- and Downregulated Genes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79BCF9-6469-A3FD-2B33-8C75AD962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10DE8A-932F-54F9-B5E5-DC5FDDC41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476" y="0"/>
            <a:ext cx="6400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58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78A03-7A30-5ED7-D0CA-94886042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6 Shared Time Effect Volcano Plot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941E075-4B90-4BB0-42B5-A0F40CD906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2906" y="1846290"/>
            <a:ext cx="8120826" cy="501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34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344738-0E37-941E-8798-0841B21F3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6 Shared Time Effect: Top 15 Up- and Downregulated Genes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2D0C4B-A982-2A2F-A08C-F75010C89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F00A8C-894D-AB8F-B27A-80042563F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526" y="0"/>
            <a:ext cx="6400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006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7E17-2851-FBDF-FEA2-DB2D0443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11 Shared Time Effect Volcano Plot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07B154-1802-EF52-C51F-283C56BC3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18" y="1736724"/>
            <a:ext cx="8298364" cy="512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800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D034F8-EEA6-24FB-830F-53DBE78AD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11 Shared Time Effect: Top 15 Up- and Downregulated Genes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47F1C6-510C-5550-B0F5-1094C9365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A88FC7-D969-1470-936C-EA4454463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0"/>
            <a:ext cx="6400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4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E6FFF6-4435-68A7-5F68-512E3133F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Suggestions?</a:t>
            </a:r>
          </a:p>
        </p:txBody>
      </p:sp>
    </p:spTree>
    <p:extLst>
      <p:ext uri="{BB962C8B-B14F-4D97-AF65-F5344CB8AC3E}">
        <p14:creationId xmlns:p14="http://schemas.microsoft.com/office/powerpoint/2010/main" val="1011031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A6EAFF-8C22-44C8-4D71-A07406D056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Supplement</a:t>
            </a:r>
          </a:p>
        </p:txBody>
      </p:sp>
    </p:spTree>
    <p:extLst>
      <p:ext uri="{BB962C8B-B14F-4D97-AF65-F5344CB8AC3E}">
        <p14:creationId xmlns:p14="http://schemas.microsoft.com/office/powerpoint/2010/main" val="1876478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BDDFF2-08A9-DCD9-27BC-393956E49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Examples of Significant Day 4 Group-by-Time Interactions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2C9A973-1B1A-BD7A-60CD-F0A2C66D9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466" y="2029902"/>
            <a:ext cx="5932534" cy="381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88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117E4-503E-60A4-5198-D93B1BBE7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6 Interaction Genes: Expression Heatmap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B4581C-43AF-23D1-C42E-2E86E0CB3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965" y="1256947"/>
            <a:ext cx="6818674" cy="560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91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2F113-74C3-1291-03C6-EC439C5E6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539194" cy="1325563"/>
          </a:xfrm>
        </p:spPr>
        <p:txBody>
          <a:bodyPr/>
          <a:lstStyle/>
          <a:p>
            <a:r>
              <a:rPr lang="en-US"/>
              <a:t>Day 11 Interaction Genes: Expression Heatmap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67B3EE0-3DDD-9B93-1006-00D8D58B4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2120" y="1342436"/>
            <a:ext cx="8256492" cy="530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77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471</Words>
  <Application>Microsoft Office PowerPoint</Application>
  <PresentationFormat>Widescreen</PresentationFormat>
  <Paragraphs>53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DE Analysis with Time Interaction</vt:lpstr>
      <vt:lpstr>Day 4 Group-by-Time Interaction Volcano Plot</vt:lpstr>
      <vt:lpstr>Significant Day 4 Group-by-Time Interactions</vt:lpstr>
      <vt:lpstr>Expression Trajectories of Day 4 Interaction Genes</vt:lpstr>
      <vt:lpstr>Day 6 Group-by-Time Interaction Volcano Plot</vt:lpstr>
      <vt:lpstr>Significant Day 6 Group-by-Time Interactions Examples</vt:lpstr>
      <vt:lpstr>Expression Trajectories of Day 6 Interaction Genes</vt:lpstr>
      <vt:lpstr>Day 11 Group-by-Time Interaction Volcano Plot</vt:lpstr>
      <vt:lpstr>Significant Day 11 Group-by-Time Interactions Examples</vt:lpstr>
      <vt:lpstr>Significant Day 11 Group-by-Time Interactions Examples</vt:lpstr>
      <vt:lpstr>PowerPoint Presentation</vt:lpstr>
      <vt:lpstr>Two-Model Strategy for Time-Course DE Analysis</vt:lpstr>
      <vt:lpstr>Day 4 Shared Time Effect Volcano Plot</vt:lpstr>
      <vt:lpstr>Day 4 Shared Time Effect: Top 15 Up- and Downregulated Genes</vt:lpstr>
      <vt:lpstr>Day 6 Shared Time Effect Volcano Plot</vt:lpstr>
      <vt:lpstr>Day 6 Shared Time Effect: Top 15 Up- and Downregulated Genes</vt:lpstr>
      <vt:lpstr>Day 11 Shared Time Effect Volcano Plot</vt:lpstr>
      <vt:lpstr>Day 11 Shared Time Effect: Top 15 Up- and Downregulated Genes</vt:lpstr>
      <vt:lpstr>Suggestions?</vt:lpstr>
      <vt:lpstr>Supplement</vt:lpstr>
      <vt:lpstr>Examples of Significant Day 4 Group-by-Time Interactions</vt:lpstr>
      <vt:lpstr>Day 6 Interaction Genes: Expression Heatmap</vt:lpstr>
      <vt:lpstr>Day 11 Interaction Genes: Expression Heatmap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Xiaochen Zhou</dc:creator>
  <cp:lastModifiedBy>Xiaochen Zhou</cp:lastModifiedBy>
  <cp:revision>1</cp:revision>
  <dcterms:created xsi:type="dcterms:W3CDTF">2026-05-01T03:43:11Z</dcterms:created>
  <dcterms:modified xsi:type="dcterms:W3CDTF">2026-05-07T03:31:27Z</dcterms:modified>
</cp:coreProperties>
</file>