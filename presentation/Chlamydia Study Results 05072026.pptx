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7"/>
  </p:notesMasterIdLst>
  <p:handoutMasterIdLst>
    <p:handoutMasterId r:id="rId58"/>
  </p:handoutMasterIdLst>
  <p:sldIdLst>
    <p:sldId id="256" r:id="rId2"/>
    <p:sldId id="257" r:id="rId3"/>
    <p:sldId id="259" r:id="rId4"/>
    <p:sldId id="258" r:id="rId5"/>
    <p:sldId id="260" r:id="rId6"/>
    <p:sldId id="261" r:id="rId7"/>
    <p:sldId id="262" r:id="rId8"/>
    <p:sldId id="263" r:id="rId9"/>
    <p:sldId id="312"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82" r:id="rId23"/>
    <p:sldId id="277" r:id="rId24"/>
    <p:sldId id="281" r:id="rId25"/>
    <p:sldId id="285" r:id="rId26"/>
    <p:sldId id="297" r:id="rId27"/>
    <p:sldId id="284" r:id="rId28"/>
    <p:sldId id="283" r:id="rId29"/>
    <p:sldId id="278" r:id="rId30"/>
    <p:sldId id="286" r:id="rId31"/>
    <p:sldId id="287" r:id="rId32"/>
    <p:sldId id="288" r:id="rId33"/>
    <p:sldId id="289" r:id="rId34"/>
    <p:sldId id="301" r:id="rId35"/>
    <p:sldId id="290" r:id="rId36"/>
    <p:sldId id="291" r:id="rId37"/>
    <p:sldId id="292" r:id="rId38"/>
    <p:sldId id="300" r:id="rId39"/>
    <p:sldId id="302" r:id="rId40"/>
    <p:sldId id="293" r:id="rId41"/>
    <p:sldId id="298" r:id="rId42"/>
    <p:sldId id="299" r:id="rId43"/>
    <p:sldId id="303" r:id="rId44"/>
    <p:sldId id="304" r:id="rId45"/>
    <p:sldId id="307" r:id="rId46"/>
    <p:sldId id="306" r:id="rId47"/>
    <p:sldId id="305" r:id="rId48"/>
    <p:sldId id="308" r:id="rId49"/>
    <p:sldId id="309" r:id="rId50"/>
    <p:sldId id="296" r:id="rId51"/>
    <p:sldId id="295" r:id="rId52"/>
    <p:sldId id="310" r:id="rId53"/>
    <p:sldId id="280" r:id="rId54"/>
    <p:sldId id="311" r:id="rId55"/>
    <p:sldId id="294"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79730" autoAdjust="0"/>
  </p:normalViewPr>
  <p:slideViewPr>
    <p:cSldViewPr snapToGrid="0">
      <p:cViewPr varScale="1">
        <p:scale>
          <a:sx n="86" d="100"/>
          <a:sy n="86" d="100"/>
        </p:scale>
        <p:origin x="1458" y="84"/>
      </p:cViewPr>
      <p:guideLst/>
    </p:cSldViewPr>
  </p:slideViewPr>
  <p:notesTextViewPr>
    <p:cViewPr>
      <p:scale>
        <a:sx n="1" d="1"/>
        <a:sy n="1" d="1"/>
      </p:scale>
      <p:origin x="0" y="0"/>
    </p:cViewPr>
  </p:notesTextViewPr>
  <p:notesViewPr>
    <p:cSldViewPr snapToGrid="0">
      <p:cViewPr varScale="1">
        <p:scale>
          <a:sx n="82" d="100"/>
          <a:sy n="82"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aochen Zhou" userId="dfc9c4750991a565" providerId="LiveId" clId="{54AE9B1A-00B3-4FF6-8E02-43C2196F7431}"/>
    <pc:docChg chg="undo custSel addSld delSld modSld sldOrd">
      <pc:chgData name="Xiaochen Zhou" userId="dfc9c4750991a565" providerId="LiveId" clId="{54AE9B1A-00B3-4FF6-8E02-43C2196F7431}" dt="2026-09-14T18:33:21.037" v="1122"/>
      <pc:docMkLst>
        <pc:docMk/>
      </pc:docMkLst>
      <pc:sldChg chg="ord">
        <pc:chgData name="Xiaochen Zhou" userId="dfc9c4750991a565" providerId="LiveId" clId="{54AE9B1A-00B3-4FF6-8E02-43C2196F7431}" dt="2026-09-14T18:33:17.855" v="1118"/>
        <pc:sldMkLst>
          <pc:docMk/>
          <pc:sldMk cId="3534077337" sldId="280"/>
        </pc:sldMkLst>
      </pc:sldChg>
      <pc:sldChg chg="addSp delSp modSp add mod ord modClrScheme chgLayout">
        <pc:chgData name="Xiaochen Zhou" userId="dfc9c4750991a565" providerId="LiveId" clId="{54AE9B1A-00B3-4FF6-8E02-43C2196F7431}" dt="2026-09-14T18:33:21.037" v="1122"/>
        <pc:sldMkLst>
          <pc:docMk/>
          <pc:sldMk cId="3957364982" sldId="31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186A57B-E151-4CE9-9BC7-300171A8D3B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051257A-C902-760F-EE4E-BAA04E8123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650BE1F-4202-44F1-B7C7-FAF7849B0C66}" type="datetimeFigureOut">
              <a:rPr lang="en-US" smtClean="0"/>
              <a:t>9/14/2026</a:t>
            </a:fld>
            <a:endParaRPr lang="en-US"/>
          </a:p>
        </p:txBody>
      </p:sp>
      <p:sp>
        <p:nvSpPr>
          <p:cNvPr id="4" name="Footer Placeholder 3">
            <a:extLst>
              <a:ext uri="{FF2B5EF4-FFF2-40B4-BE49-F238E27FC236}">
                <a16:creationId xmlns:a16="http://schemas.microsoft.com/office/drawing/2014/main" id="{CD737F4A-81FE-30C8-2783-F79A9A809C0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C60A8DB-211A-B19B-BF15-59C30B30E53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42AD51-607A-4F2F-95AE-26C1D04F18B8}" type="slidenum">
              <a:rPr lang="en-US" smtClean="0"/>
              <a:t>‹#›</a:t>
            </a:fld>
            <a:endParaRPr lang="en-US"/>
          </a:p>
        </p:txBody>
      </p:sp>
    </p:spTree>
    <p:extLst>
      <p:ext uri="{BB962C8B-B14F-4D97-AF65-F5344CB8AC3E}">
        <p14:creationId xmlns:p14="http://schemas.microsoft.com/office/powerpoint/2010/main" val="13490528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B65695-1C71-4003-8CD4-2EC3D57F3660}" type="datetimeFigureOut">
              <a:rPr lang="en-US" smtClean="0"/>
              <a:t>9/14/2026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3629E6-2154-4E68-92B3-D2F7167BAF37}" type="slidenum">
              <a:rPr lang="en-US" smtClean="0"/>
              <a:t>‹#›</a:t>
            </a:fld>
            <a:endParaRPr lang="en-US"/>
          </a:p>
        </p:txBody>
      </p:sp>
    </p:spTree>
    <p:extLst>
      <p:ext uri="{BB962C8B-B14F-4D97-AF65-F5344CB8AC3E}">
        <p14:creationId xmlns:p14="http://schemas.microsoft.com/office/powerpoint/2010/main" val="3642735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my name is Esther Zhou, and I’m a master’s student in Biostatistics. Today I’ll be sharing the analysis results I’ve been working on for the Chlamydia vaccine study.</a:t>
            </a:r>
          </a:p>
        </p:txBody>
      </p:sp>
      <p:sp>
        <p:nvSpPr>
          <p:cNvPr id="4" name="Slide Number Placeholder 3"/>
          <p:cNvSpPr>
            <a:spLocks noGrp="1"/>
          </p:cNvSpPr>
          <p:nvPr>
            <p:ph type="sldNum" sz="quarter" idx="5"/>
          </p:nvPr>
        </p:nvSpPr>
        <p:spPr/>
        <p:txBody>
          <a:bodyPr/>
          <a:lstStyle/>
          <a:p>
            <a:fld id="{DA3629E6-2154-4E68-92B3-D2F7167BAF37}" type="slidenum">
              <a:rPr lang="en-US" smtClean="0"/>
              <a:t>1</a:t>
            </a:fld>
            <a:endParaRPr lang="en-US"/>
          </a:p>
        </p:txBody>
      </p:sp>
    </p:spTree>
    <p:extLst>
      <p:ext uri="{BB962C8B-B14F-4D97-AF65-F5344CB8AC3E}">
        <p14:creationId xmlns:p14="http://schemas.microsoft.com/office/powerpoint/2010/main" val="3623103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know some of you may already be very familiar with the study, but I’ll start with a brief overview of the design and the data, just to make sure we’re all on the same page.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study compares vaccinated and naive mice across four infection time points: day −2, 4, 6, and 11. My analysis focused on host transcriptional responses after infection and whether those patterns differed by vaccination status.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I’ll start with QC and exploratory analysis, then move into timepoint-specific differential expression, and the time-dependent expression analysis, where we compared changes from baseline to each post-infection time point between vaccinated and naive mice. At the end, I will talk about the timepoint-</a:t>
            </a:r>
            <a:r>
              <a:rPr lang="en-US" dirty="0" err="1"/>
              <a:t>specifi</a:t>
            </a:r>
            <a:r>
              <a:rPr lang="en-US" dirty="0"/>
              <a:t> GSEA results.</a:t>
            </a:r>
          </a:p>
        </p:txBody>
      </p:sp>
      <p:sp>
        <p:nvSpPr>
          <p:cNvPr id="4" name="Slide Number Placeholder 3"/>
          <p:cNvSpPr>
            <a:spLocks noGrp="1"/>
          </p:cNvSpPr>
          <p:nvPr>
            <p:ph type="sldNum" sz="quarter" idx="5"/>
          </p:nvPr>
        </p:nvSpPr>
        <p:spPr/>
        <p:txBody>
          <a:bodyPr/>
          <a:lstStyle/>
          <a:p>
            <a:fld id="{DA3629E6-2154-4E68-92B3-D2F7167BAF37}" type="slidenum">
              <a:rPr lang="en-US" smtClean="0"/>
              <a:t>2</a:t>
            </a:fld>
            <a:endParaRPr lang="en-US"/>
          </a:p>
        </p:txBody>
      </p:sp>
    </p:spTree>
    <p:extLst>
      <p:ext uri="{BB962C8B-B14F-4D97-AF65-F5344CB8AC3E}">
        <p14:creationId xmlns:p14="http://schemas.microsoft.com/office/powerpoint/2010/main" val="31689780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quality control, I evaluated multiple sample-level metrics, including the percent of reads mapped confidently to the mouse genome, sequencing depth across samples, and sample-to-sample correlation heatmaps.</a:t>
            </a:r>
          </a:p>
        </p:txBody>
      </p:sp>
      <p:sp>
        <p:nvSpPr>
          <p:cNvPr id="4" name="Slide Number Placeholder 3"/>
          <p:cNvSpPr>
            <a:spLocks noGrp="1"/>
          </p:cNvSpPr>
          <p:nvPr>
            <p:ph type="sldNum" sz="quarter" idx="5"/>
          </p:nvPr>
        </p:nvSpPr>
        <p:spPr/>
        <p:txBody>
          <a:bodyPr/>
          <a:lstStyle/>
          <a:p>
            <a:fld id="{DA3629E6-2154-4E68-92B3-D2F7167BAF37}" type="slidenum">
              <a:rPr lang="en-US" smtClean="0"/>
              <a:t>3</a:t>
            </a:fld>
            <a:endParaRPr lang="en-US"/>
          </a:p>
        </p:txBody>
      </p:sp>
    </p:spTree>
    <p:extLst>
      <p:ext uri="{BB962C8B-B14F-4D97-AF65-F5344CB8AC3E}">
        <p14:creationId xmlns:p14="http://schemas.microsoft.com/office/powerpoint/2010/main" val="12863003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plot, most samples had relatively high mouse mapping percentages.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one vaccinated day 4 sample, M52_D4, showed noticeably lower mapping compared with the other samples. At this stage, I flagged this sample for further QC evaluation rather than excluding it based on this metric alone.</a:t>
            </a:r>
          </a:p>
          <a:p>
            <a:endParaRPr lang="en-US" dirty="0"/>
          </a:p>
        </p:txBody>
      </p:sp>
      <p:sp>
        <p:nvSpPr>
          <p:cNvPr id="4" name="Slide Number Placeholder 3"/>
          <p:cNvSpPr>
            <a:spLocks noGrp="1"/>
          </p:cNvSpPr>
          <p:nvPr>
            <p:ph type="sldNum" sz="quarter" idx="5"/>
          </p:nvPr>
        </p:nvSpPr>
        <p:spPr/>
        <p:txBody>
          <a:bodyPr/>
          <a:lstStyle/>
          <a:p>
            <a:fld id="{DA3629E6-2154-4E68-92B3-D2F7167BAF37}" type="slidenum">
              <a:rPr lang="en-US" smtClean="0"/>
              <a:t>4</a:t>
            </a:fld>
            <a:endParaRPr lang="en-US"/>
          </a:p>
        </p:txBody>
      </p:sp>
    </p:spTree>
    <p:extLst>
      <p:ext uri="{BB962C8B-B14F-4D97-AF65-F5344CB8AC3E}">
        <p14:creationId xmlns:p14="http://schemas.microsoft.com/office/powerpoint/2010/main" val="8136533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 checked sequencing depth across samples. Overall, all samples had acceptable sequencing depth. </a:t>
            </a:r>
          </a:p>
        </p:txBody>
      </p:sp>
      <p:sp>
        <p:nvSpPr>
          <p:cNvPr id="4" name="Slide Number Placeholder 3"/>
          <p:cNvSpPr>
            <a:spLocks noGrp="1"/>
          </p:cNvSpPr>
          <p:nvPr>
            <p:ph type="sldNum" sz="quarter" idx="5"/>
          </p:nvPr>
        </p:nvSpPr>
        <p:spPr/>
        <p:txBody>
          <a:bodyPr/>
          <a:lstStyle/>
          <a:p>
            <a:fld id="{DA3629E6-2154-4E68-92B3-D2F7167BAF37}" type="slidenum">
              <a:rPr lang="en-US" smtClean="0"/>
              <a:t>5</a:t>
            </a:fld>
            <a:endParaRPr lang="en-US"/>
          </a:p>
        </p:txBody>
      </p:sp>
    </p:spTree>
    <p:extLst>
      <p:ext uri="{BB962C8B-B14F-4D97-AF65-F5344CB8AC3E}">
        <p14:creationId xmlns:p14="http://schemas.microsoft.com/office/powerpoint/2010/main" val="2345842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 examined sample-to-sample correlation based on host gene expression. This heatmap was computed using host gene log-CPM values, with samples ordered by hierarchical clustering using complete linkage.</a:t>
            </a:r>
          </a:p>
          <a:p>
            <a:r>
              <a:rPr lang="en-US" dirty="0"/>
              <a:t>Overall, most samples showed relatively high correlation, but M52_D4 had lower correlation with the rest of the dataset. Together with its lower percent of reads mapped confidently to the mouse genome, this suggested that M52_D4 was a lower-quality sample. Therefore, I excluded it from downstream exploratory and differential expression analyses.</a:t>
            </a:r>
          </a:p>
          <a:p>
            <a:endParaRPr lang="en-US" dirty="0"/>
          </a:p>
          <a:p>
            <a:r>
              <a:rPr lang="en-US" dirty="0"/>
              <a:t>CPM stands for counts per million, which normalizes gene counts by sequencing depth. I used log-CPM values so samples with different total read counts could be compared more fairly.</a:t>
            </a:r>
          </a:p>
          <a:p>
            <a:r>
              <a:rPr lang="en-US" dirty="0"/>
              <a:t>Complete linkage is the hierarchical clustering method used to order the samples in the heatmap. It groups samples based on their overall expression similarity.</a:t>
            </a:r>
          </a:p>
          <a:p>
            <a:endParaRPr lang="en-US" dirty="0"/>
          </a:p>
        </p:txBody>
      </p:sp>
      <p:sp>
        <p:nvSpPr>
          <p:cNvPr id="4" name="Slide Number Placeholder 3"/>
          <p:cNvSpPr>
            <a:spLocks noGrp="1"/>
          </p:cNvSpPr>
          <p:nvPr>
            <p:ph type="sldNum" sz="quarter" idx="5"/>
          </p:nvPr>
        </p:nvSpPr>
        <p:spPr/>
        <p:txBody>
          <a:bodyPr/>
          <a:lstStyle/>
          <a:p>
            <a:fld id="{DA3629E6-2154-4E68-92B3-D2F7167BAF37}" type="slidenum">
              <a:rPr lang="en-US" smtClean="0"/>
              <a:t>6</a:t>
            </a:fld>
            <a:endParaRPr lang="en-US"/>
          </a:p>
        </p:txBody>
      </p:sp>
    </p:spTree>
    <p:extLst>
      <p:ext uri="{BB962C8B-B14F-4D97-AF65-F5344CB8AC3E}">
        <p14:creationId xmlns:p14="http://schemas.microsoft.com/office/powerpoint/2010/main" val="9048180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excluding M52_D4, I moved on to exploratory analysis to examine global host gene expression patterns by group and time point.</a:t>
            </a:r>
          </a:p>
        </p:txBody>
      </p:sp>
      <p:sp>
        <p:nvSpPr>
          <p:cNvPr id="4" name="Slide Number Placeholder 3"/>
          <p:cNvSpPr>
            <a:spLocks noGrp="1"/>
          </p:cNvSpPr>
          <p:nvPr>
            <p:ph type="sldNum" sz="quarter" idx="5"/>
          </p:nvPr>
        </p:nvSpPr>
        <p:spPr/>
        <p:txBody>
          <a:bodyPr/>
          <a:lstStyle/>
          <a:p>
            <a:fld id="{DA3629E6-2154-4E68-92B3-D2F7167BAF37}" type="slidenum">
              <a:rPr lang="en-US" smtClean="0"/>
              <a:t>7</a:t>
            </a:fld>
            <a:endParaRPr lang="en-US"/>
          </a:p>
        </p:txBody>
      </p:sp>
    </p:spTree>
    <p:extLst>
      <p:ext uri="{BB962C8B-B14F-4D97-AF65-F5344CB8AC3E}">
        <p14:creationId xmlns:p14="http://schemas.microsoft.com/office/powerpoint/2010/main" val="3102746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looking at host gene expression patterns, I summarized the detected Chlamydia RNA counts and detection frequencies across all samples, stratified by group.</a:t>
            </a:r>
          </a:p>
          <a:p>
            <a:r>
              <a:rPr lang="en-US" dirty="0"/>
              <a:t>Overall, the naive group had substantially higher chlamydial read counts than the vaccinated group across the targeted genes. The strongest signals were from 23S rRNA and 16S rRNA, followed by </a:t>
            </a:r>
            <a:r>
              <a:rPr lang="en-US" dirty="0" err="1"/>
              <a:t>omcB</a:t>
            </a:r>
            <a:r>
              <a:rPr lang="en-US" dirty="0"/>
              <a:t>. In contrast, several genes such as </a:t>
            </a:r>
            <a:r>
              <a:rPr lang="en-US" dirty="0" err="1"/>
              <a:t>pmpF</a:t>
            </a:r>
            <a:r>
              <a:rPr lang="en-US" dirty="0"/>
              <a:t> and CT_858 were rarely detected.</a:t>
            </a:r>
          </a:p>
          <a:p>
            <a:r>
              <a:rPr lang="en-US" dirty="0"/>
              <a:t>So the main takeaway from this table is that chlamydial transcript detection was much higher in naive mice, which is consistent with reduced bacterial burden in the vaccinated group.</a:t>
            </a:r>
          </a:p>
          <a:p>
            <a:endParaRPr lang="en-US" dirty="0"/>
          </a:p>
        </p:txBody>
      </p:sp>
      <p:sp>
        <p:nvSpPr>
          <p:cNvPr id="4" name="Slide Number Placeholder 3"/>
          <p:cNvSpPr>
            <a:spLocks noGrp="1"/>
          </p:cNvSpPr>
          <p:nvPr>
            <p:ph type="sldNum" sz="quarter" idx="5"/>
          </p:nvPr>
        </p:nvSpPr>
        <p:spPr/>
        <p:txBody>
          <a:bodyPr/>
          <a:lstStyle/>
          <a:p>
            <a:fld id="{DA3629E6-2154-4E68-92B3-D2F7167BAF37}" type="slidenum">
              <a:rPr lang="en-US" smtClean="0"/>
              <a:t>8</a:t>
            </a:fld>
            <a:endParaRPr lang="en-US"/>
          </a:p>
        </p:txBody>
      </p:sp>
    </p:spTree>
    <p:extLst>
      <p:ext uri="{BB962C8B-B14F-4D97-AF65-F5344CB8AC3E}">
        <p14:creationId xmlns:p14="http://schemas.microsoft.com/office/powerpoint/2010/main" val="6540015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 compared chlamydial rRNA counts with genome equivalents. Overall, they were strongly positively correlated, with an overall correlation of 0.84. This suggests that higher chlamydial rRNA counts generally corresponded to higher bacterial burden, supporting the use of these RNA counts as a transcript-level indicator of chlamydial signal.</a:t>
            </a:r>
          </a:p>
        </p:txBody>
      </p:sp>
      <p:sp>
        <p:nvSpPr>
          <p:cNvPr id="4" name="Slide Number Placeholder 3"/>
          <p:cNvSpPr>
            <a:spLocks noGrp="1"/>
          </p:cNvSpPr>
          <p:nvPr>
            <p:ph type="sldNum" sz="quarter" idx="5"/>
          </p:nvPr>
        </p:nvSpPr>
        <p:spPr/>
        <p:txBody>
          <a:bodyPr/>
          <a:lstStyle/>
          <a:p>
            <a:fld id="{DA3629E6-2154-4E68-92B3-D2F7167BAF37}" type="slidenum">
              <a:rPr lang="en-US" smtClean="0"/>
              <a:t>10</a:t>
            </a:fld>
            <a:endParaRPr lang="en-US"/>
          </a:p>
        </p:txBody>
      </p:sp>
    </p:spTree>
    <p:extLst>
      <p:ext uri="{BB962C8B-B14F-4D97-AF65-F5344CB8AC3E}">
        <p14:creationId xmlns:p14="http://schemas.microsoft.com/office/powerpoint/2010/main" val="3937676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summary plot showing the mean raw expression of each mouse gene across samples within each time point. The top 10 most highly expressed genes at each time point are labeled.</a:t>
            </a:r>
          </a:p>
          <a:p>
            <a:r>
              <a:rPr lang="en-US" dirty="0"/>
              <a:t>This plot is mainly intended as a broad overview of the most abundant host transcripts, rather than a formal differential expression result. Most genes had relatively low average expression, while a smaller number of genes showed much higher expression. Some labeled genes, such as S100A8 and S100A9, may be biologically interesting in the context of infection and inflammation.</a:t>
            </a:r>
          </a:p>
          <a:p>
            <a:r>
              <a:rPr lang="en-US" dirty="0"/>
              <a:t>Next, I used PCA to examine the overall sample-level expression patterns after QC filtering.</a:t>
            </a:r>
          </a:p>
          <a:p>
            <a:endParaRPr lang="en-US" dirty="0"/>
          </a:p>
        </p:txBody>
      </p:sp>
      <p:sp>
        <p:nvSpPr>
          <p:cNvPr id="4" name="Slide Number Placeholder 3"/>
          <p:cNvSpPr>
            <a:spLocks noGrp="1"/>
          </p:cNvSpPr>
          <p:nvPr>
            <p:ph type="sldNum" sz="quarter" idx="5"/>
          </p:nvPr>
        </p:nvSpPr>
        <p:spPr/>
        <p:txBody>
          <a:bodyPr/>
          <a:lstStyle/>
          <a:p>
            <a:fld id="{DA3629E6-2154-4E68-92B3-D2F7167BAF37}" type="slidenum">
              <a:rPr lang="en-US" smtClean="0"/>
              <a:t>11</a:t>
            </a:fld>
            <a:endParaRPr lang="en-US"/>
          </a:p>
        </p:txBody>
      </p:sp>
    </p:spTree>
    <p:extLst>
      <p:ext uri="{BB962C8B-B14F-4D97-AF65-F5344CB8AC3E}">
        <p14:creationId xmlns:p14="http://schemas.microsoft.com/office/powerpoint/2010/main" val="33809997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my PCA plot. Color indicates group, with purple for naive and orange for vaccinated, and shape indicates infection time point.</a:t>
            </a:r>
          </a:p>
          <a:p>
            <a:r>
              <a:rPr lang="en-US" dirty="0"/>
              <a:t>Visually, we can see three broad clusters. The day −2 baseline samples cluster together on the left, separate from the post-infection samples. Among the post-infection samples, the naive and vaccinated samples show some group-related separation, but there is still overlap between the two groups.</a:t>
            </a:r>
          </a:p>
          <a:p>
            <a:r>
              <a:rPr lang="en-US" dirty="0"/>
              <a:t>So overall, the PCA suggests that infection time is the strongest driver of host gene expression patterns, while vaccination status also appears to contribute to the variation after infection.</a:t>
            </a:r>
          </a:p>
          <a:p>
            <a:endParaRPr lang="en-US" dirty="0"/>
          </a:p>
        </p:txBody>
      </p:sp>
      <p:sp>
        <p:nvSpPr>
          <p:cNvPr id="4" name="Slide Number Placeholder 3"/>
          <p:cNvSpPr>
            <a:spLocks noGrp="1"/>
          </p:cNvSpPr>
          <p:nvPr>
            <p:ph type="sldNum" sz="quarter" idx="5"/>
          </p:nvPr>
        </p:nvSpPr>
        <p:spPr/>
        <p:txBody>
          <a:bodyPr/>
          <a:lstStyle/>
          <a:p>
            <a:fld id="{DA3629E6-2154-4E68-92B3-D2F7167BAF37}" type="slidenum">
              <a:rPr lang="en-US" smtClean="0"/>
              <a:t>12</a:t>
            </a:fld>
            <a:endParaRPr lang="en-US"/>
          </a:p>
        </p:txBody>
      </p:sp>
    </p:spTree>
    <p:extLst>
      <p:ext uri="{BB962C8B-B14F-4D97-AF65-F5344CB8AC3E}">
        <p14:creationId xmlns:p14="http://schemas.microsoft.com/office/powerpoint/2010/main" val="359661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I’ll move into the differential expression analysis at each time point. The question here is: within each day, which host genes differ between vaccinated and naive mice?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first checked the baseline day −2 comparison. There were no significant differentially expressed genes after multiple-testing correction, with all adjusted p-values greater than 0.05. Because of that, I will not show a volcano plot for day −2, and will instead focus on the post-infection time points.</a:t>
            </a:r>
          </a:p>
        </p:txBody>
      </p:sp>
      <p:sp>
        <p:nvSpPr>
          <p:cNvPr id="4" name="Slide Number Placeholder 3"/>
          <p:cNvSpPr>
            <a:spLocks noGrp="1"/>
          </p:cNvSpPr>
          <p:nvPr>
            <p:ph type="sldNum" sz="quarter" idx="5"/>
          </p:nvPr>
        </p:nvSpPr>
        <p:spPr/>
        <p:txBody>
          <a:bodyPr/>
          <a:lstStyle/>
          <a:p>
            <a:fld id="{DA3629E6-2154-4E68-92B3-D2F7167BAF37}" type="slidenum">
              <a:rPr lang="en-US" smtClean="0"/>
              <a:t>13</a:t>
            </a:fld>
            <a:endParaRPr lang="en-US"/>
          </a:p>
        </p:txBody>
      </p:sp>
    </p:spTree>
    <p:extLst>
      <p:ext uri="{BB962C8B-B14F-4D97-AF65-F5344CB8AC3E}">
        <p14:creationId xmlns:p14="http://schemas.microsoft.com/office/powerpoint/2010/main" val="2244273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volcano plot shows the timepoint-specific differential expression results comparing vaccinated versus naive mice.</a:t>
            </a:r>
          </a:p>
          <a:p>
            <a:r>
              <a:rPr lang="en-US" dirty="0"/>
              <a:t>Each point represents one gene. The x-axis shows the log2 fold change for vaccinated versus naive mice. Genes on the right have higher expression in vaccinated mice, while genes on the left have higher expression in naive mice.</a:t>
            </a:r>
          </a:p>
          <a:p>
            <a:r>
              <a:rPr lang="en-US" dirty="0"/>
              <a:t>The y-axis shows the negative log10 adjusted p-value, so genes higher on the plot have stronger statistical evidence after multiple-testing correction. Orange and purple points are genes that pass both the adjusted p-value cutoff and the log2 fold-change cutoff. Orange genes are higher in vaccinated mice, and purple genes are higher in naive mice.</a:t>
            </a:r>
          </a:p>
          <a:p>
            <a:r>
              <a:rPr lang="en-US" dirty="0"/>
              <a:t>For Day 4 specifically, there were 162 genes significant after FDR correction. Among the larger fold-change genes, several were higher in vaccinated mice, including Cstdc4, </a:t>
            </a:r>
            <a:r>
              <a:rPr lang="en-US" dirty="0" err="1"/>
              <a:t>Uox</a:t>
            </a:r>
            <a:r>
              <a:rPr lang="en-US" dirty="0"/>
              <a:t>, Trbc1, and Il17a, while genes such as Slc12a2 and C2cd4a were higher in naive mice.</a:t>
            </a:r>
          </a:p>
        </p:txBody>
      </p:sp>
      <p:sp>
        <p:nvSpPr>
          <p:cNvPr id="4" name="Slide Number Placeholder 3"/>
          <p:cNvSpPr>
            <a:spLocks noGrp="1"/>
          </p:cNvSpPr>
          <p:nvPr>
            <p:ph type="sldNum" sz="quarter" idx="5"/>
          </p:nvPr>
        </p:nvSpPr>
        <p:spPr/>
        <p:txBody>
          <a:bodyPr/>
          <a:lstStyle/>
          <a:p>
            <a:fld id="{DA3629E6-2154-4E68-92B3-D2F7167BAF37}" type="slidenum">
              <a:rPr lang="en-US" smtClean="0"/>
              <a:t>14</a:t>
            </a:fld>
            <a:endParaRPr lang="en-US"/>
          </a:p>
        </p:txBody>
      </p:sp>
    </p:spTree>
    <p:extLst>
      <p:ext uri="{BB962C8B-B14F-4D97-AF65-F5344CB8AC3E}">
        <p14:creationId xmlns:p14="http://schemas.microsoft.com/office/powerpoint/2010/main" val="41705762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Day 6, there were 782 significant genes. And there was a larger group of genes upregulated in vaccinated mice, shown in orange.</a:t>
            </a:r>
          </a:p>
        </p:txBody>
      </p:sp>
      <p:sp>
        <p:nvSpPr>
          <p:cNvPr id="4" name="Slide Number Placeholder 3"/>
          <p:cNvSpPr>
            <a:spLocks noGrp="1"/>
          </p:cNvSpPr>
          <p:nvPr>
            <p:ph type="sldNum" sz="quarter" idx="5"/>
          </p:nvPr>
        </p:nvSpPr>
        <p:spPr/>
        <p:txBody>
          <a:bodyPr/>
          <a:lstStyle/>
          <a:p>
            <a:fld id="{DA3629E6-2154-4E68-92B3-D2F7167BAF37}" type="slidenum">
              <a:rPr lang="en-US" smtClean="0"/>
              <a:t>15</a:t>
            </a:fld>
            <a:endParaRPr lang="en-US"/>
          </a:p>
        </p:txBody>
      </p:sp>
    </p:spTree>
    <p:extLst>
      <p:ext uri="{BB962C8B-B14F-4D97-AF65-F5344CB8AC3E}">
        <p14:creationId xmlns:p14="http://schemas.microsoft.com/office/powerpoint/2010/main" val="31248329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Day 11, there were 298 genes significant after FDR correction. Compared with Day 6, more genes were upregulated in naive mice.</a:t>
            </a:r>
          </a:p>
        </p:txBody>
      </p:sp>
      <p:sp>
        <p:nvSpPr>
          <p:cNvPr id="4" name="Slide Number Placeholder 3"/>
          <p:cNvSpPr>
            <a:spLocks noGrp="1"/>
          </p:cNvSpPr>
          <p:nvPr>
            <p:ph type="sldNum" sz="quarter" idx="5"/>
          </p:nvPr>
        </p:nvSpPr>
        <p:spPr/>
        <p:txBody>
          <a:bodyPr/>
          <a:lstStyle/>
          <a:p>
            <a:fld id="{DA3629E6-2154-4E68-92B3-D2F7167BAF37}" type="slidenum">
              <a:rPr lang="en-US" smtClean="0"/>
              <a:t>16</a:t>
            </a:fld>
            <a:endParaRPr lang="en-US"/>
          </a:p>
        </p:txBody>
      </p:sp>
    </p:spTree>
    <p:extLst>
      <p:ext uri="{BB962C8B-B14F-4D97-AF65-F5344CB8AC3E}">
        <p14:creationId xmlns:p14="http://schemas.microsoft.com/office/powerpoint/2010/main" val="794771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far, the differential expression analysis compared vaccinated and naive mice within each individual time point.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Next, Next, I looked at time interaction differential expression, which tests whether the change from baseline differs between vaccinated and naive mice at each post-infection time point.</a:t>
            </a:r>
          </a:p>
        </p:txBody>
      </p:sp>
      <p:sp>
        <p:nvSpPr>
          <p:cNvPr id="4" name="Slide Number Placeholder 3"/>
          <p:cNvSpPr>
            <a:spLocks noGrp="1"/>
          </p:cNvSpPr>
          <p:nvPr>
            <p:ph type="sldNum" sz="quarter" idx="5"/>
          </p:nvPr>
        </p:nvSpPr>
        <p:spPr/>
        <p:txBody>
          <a:bodyPr/>
          <a:lstStyle/>
          <a:p>
            <a:fld id="{DA3629E6-2154-4E68-92B3-D2F7167BAF37}" type="slidenum">
              <a:rPr lang="en-US" smtClean="0"/>
              <a:t>17</a:t>
            </a:fld>
            <a:endParaRPr lang="en-US"/>
          </a:p>
        </p:txBody>
      </p:sp>
    </p:spTree>
    <p:extLst>
      <p:ext uri="{BB962C8B-B14F-4D97-AF65-F5344CB8AC3E}">
        <p14:creationId xmlns:p14="http://schemas.microsoft.com/office/powerpoint/2010/main" val="4909333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time interaction results, the interpretation of log2 fold change is different from the previous volcano plots.</a:t>
            </a:r>
          </a:p>
          <a:p>
            <a:r>
              <a:rPr lang="en-US" dirty="0"/>
              <a:t>Here, the model reference is naive mice at day −2. On the x-axis, positive values mean the baseline-to-Day 4 change was larger in vaccinated mice. Negative values mean the baseline-to-Day 4 change was larger in naive mice.</a:t>
            </a:r>
          </a:p>
          <a:p>
            <a:r>
              <a:rPr lang="en-US" dirty="0"/>
              <a:t>At Day 4, only three genes were significant after FDR correction: Ank, Wfdc17, and Cxcr6. </a:t>
            </a:r>
          </a:p>
          <a:p>
            <a:r>
              <a:rPr lang="en-US" dirty="0"/>
              <a:t>Wfdc17 and Cxcr6 had positive interaction effects, while Ank had a negative interaction effect.</a:t>
            </a:r>
          </a:p>
        </p:txBody>
      </p:sp>
      <p:sp>
        <p:nvSpPr>
          <p:cNvPr id="4" name="Slide Number Placeholder 3"/>
          <p:cNvSpPr>
            <a:spLocks noGrp="1"/>
          </p:cNvSpPr>
          <p:nvPr>
            <p:ph type="sldNum" sz="quarter" idx="5"/>
          </p:nvPr>
        </p:nvSpPr>
        <p:spPr/>
        <p:txBody>
          <a:bodyPr/>
          <a:lstStyle/>
          <a:p>
            <a:fld id="{DA3629E6-2154-4E68-92B3-D2F7167BAF37}" type="slidenum">
              <a:rPr lang="en-US" smtClean="0"/>
              <a:t>18</a:t>
            </a:fld>
            <a:endParaRPr lang="en-US"/>
          </a:p>
        </p:txBody>
      </p:sp>
    </p:spTree>
    <p:extLst>
      <p:ext uri="{BB962C8B-B14F-4D97-AF65-F5344CB8AC3E}">
        <p14:creationId xmlns:p14="http://schemas.microsoft.com/office/powerpoint/2010/main" val="1278772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plots here show how the significant Day 4 interaction genes behaved in individual samples.</a:t>
            </a:r>
          </a:p>
          <a:p>
            <a:r>
              <a:rPr lang="en-US" dirty="0"/>
              <a:t>Each small point represents one sample, and the larger points connected by lines show the group median at each day. The y-axis is normalized gene count plus 1 on the log scale.</a:t>
            </a:r>
          </a:p>
          <a:p>
            <a:r>
              <a:rPr lang="en-US" dirty="0"/>
              <a:t>For Ank, expression decreased from baseline to Day 4 in both groups, but the decrease was stronger in vaccinated mice. For Wfdc17, expression increased from baseline to Day 4 in both groups, with a larger increase in vaccinated mice. For Cxcr6, the two groups showed opposite patterns, with expression decreasing in naive mice but increasing in vaccinated mice.</a:t>
            </a:r>
          </a:p>
          <a:p>
            <a:endParaRPr lang="en-US" dirty="0"/>
          </a:p>
        </p:txBody>
      </p:sp>
      <p:sp>
        <p:nvSpPr>
          <p:cNvPr id="4" name="Slide Number Placeholder 3"/>
          <p:cNvSpPr>
            <a:spLocks noGrp="1"/>
          </p:cNvSpPr>
          <p:nvPr>
            <p:ph type="sldNum" sz="quarter" idx="5"/>
          </p:nvPr>
        </p:nvSpPr>
        <p:spPr/>
        <p:txBody>
          <a:bodyPr/>
          <a:lstStyle/>
          <a:p>
            <a:fld id="{DA3629E6-2154-4E68-92B3-D2F7167BAF37}" type="slidenum">
              <a:rPr lang="en-US" smtClean="0"/>
              <a:t>19</a:t>
            </a:fld>
            <a:endParaRPr lang="en-US"/>
          </a:p>
        </p:txBody>
      </p:sp>
    </p:spTree>
    <p:extLst>
      <p:ext uri="{BB962C8B-B14F-4D97-AF65-F5344CB8AC3E}">
        <p14:creationId xmlns:p14="http://schemas.microsoft.com/office/powerpoint/2010/main" val="11504991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figure shows the expression trajectories for the three significant genes.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Even though these genes were selected based on the Day 4 interaction test, I’m showing all time points here to help visualize their broader expression trajectories.</a:t>
            </a:r>
          </a:p>
          <a:p>
            <a:endParaRPr lang="en-US" dirty="0"/>
          </a:p>
          <a:p>
            <a:endParaRPr lang="en-US" dirty="0"/>
          </a:p>
        </p:txBody>
      </p:sp>
      <p:sp>
        <p:nvSpPr>
          <p:cNvPr id="4" name="Slide Number Placeholder 3"/>
          <p:cNvSpPr>
            <a:spLocks noGrp="1"/>
          </p:cNvSpPr>
          <p:nvPr>
            <p:ph type="sldNum" sz="quarter" idx="5"/>
          </p:nvPr>
        </p:nvSpPr>
        <p:spPr/>
        <p:txBody>
          <a:bodyPr/>
          <a:lstStyle/>
          <a:p>
            <a:fld id="{DA3629E6-2154-4E68-92B3-D2F7167BAF37}" type="slidenum">
              <a:rPr lang="en-US" smtClean="0"/>
              <a:t>20</a:t>
            </a:fld>
            <a:endParaRPr lang="en-US"/>
          </a:p>
        </p:txBody>
      </p:sp>
    </p:spTree>
    <p:extLst>
      <p:ext uri="{BB962C8B-B14F-4D97-AF65-F5344CB8AC3E}">
        <p14:creationId xmlns:p14="http://schemas.microsoft.com/office/powerpoint/2010/main" val="27834567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time interaction volcano plot for Day 6 compared with baseline. There were 24 significant interaction genes.</a:t>
            </a:r>
          </a:p>
        </p:txBody>
      </p:sp>
      <p:sp>
        <p:nvSpPr>
          <p:cNvPr id="4" name="Slide Number Placeholder 3"/>
          <p:cNvSpPr>
            <a:spLocks noGrp="1"/>
          </p:cNvSpPr>
          <p:nvPr>
            <p:ph type="sldNum" sz="quarter" idx="5"/>
          </p:nvPr>
        </p:nvSpPr>
        <p:spPr/>
        <p:txBody>
          <a:bodyPr/>
          <a:lstStyle/>
          <a:p>
            <a:fld id="{DA3629E6-2154-4E68-92B3-D2F7167BAF37}" type="slidenum">
              <a:rPr lang="en-US" smtClean="0"/>
              <a:t>21</a:t>
            </a:fld>
            <a:endParaRPr lang="en-US"/>
          </a:p>
        </p:txBody>
      </p:sp>
    </p:spTree>
    <p:extLst>
      <p:ext uri="{BB962C8B-B14F-4D97-AF65-F5344CB8AC3E}">
        <p14:creationId xmlns:p14="http://schemas.microsoft.com/office/powerpoint/2010/main" val="6698032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example line plots for the Day 6 interaction genes. Since there were 24 significant genes, I only included 8 representative examples on this slide. The full set of plots is saved in our Teams folder.</a:t>
            </a:r>
          </a:p>
        </p:txBody>
      </p:sp>
      <p:sp>
        <p:nvSpPr>
          <p:cNvPr id="4" name="Slide Number Placeholder 3"/>
          <p:cNvSpPr>
            <a:spLocks noGrp="1"/>
          </p:cNvSpPr>
          <p:nvPr>
            <p:ph type="sldNum" sz="quarter" idx="5"/>
          </p:nvPr>
        </p:nvSpPr>
        <p:spPr/>
        <p:txBody>
          <a:bodyPr/>
          <a:lstStyle/>
          <a:p>
            <a:fld id="{DA3629E6-2154-4E68-92B3-D2F7167BAF37}" type="slidenum">
              <a:rPr lang="en-US" smtClean="0"/>
              <a:t>22</a:t>
            </a:fld>
            <a:endParaRPr lang="en-US"/>
          </a:p>
        </p:txBody>
      </p:sp>
    </p:spTree>
    <p:extLst>
      <p:ext uri="{BB962C8B-B14F-4D97-AF65-F5344CB8AC3E}">
        <p14:creationId xmlns:p14="http://schemas.microsoft.com/office/powerpoint/2010/main" val="26478815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are some example trajectory plots for the Day 6 interaction genes. The full set of plots is also saved in our Teams folder.</a:t>
            </a:r>
          </a:p>
          <a:p>
            <a:endParaRPr lang="en-US" dirty="0"/>
          </a:p>
        </p:txBody>
      </p:sp>
      <p:sp>
        <p:nvSpPr>
          <p:cNvPr id="4" name="Slide Number Placeholder 3"/>
          <p:cNvSpPr>
            <a:spLocks noGrp="1"/>
          </p:cNvSpPr>
          <p:nvPr>
            <p:ph type="sldNum" sz="quarter" idx="5"/>
          </p:nvPr>
        </p:nvSpPr>
        <p:spPr/>
        <p:txBody>
          <a:bodyPr/>
          <a:lstStyle/>
          <a:p>
            <a:fld id="{DA3629E6-2154-4E68-92B3-D2F7167BAF37}" type="slidenum">
              <a:rPr lang="en-US" smtClean="0"/>
              <a:t>23</a:t>
            </a:fld>
            <a:endParaRPr lang="en-US"/>
          </a:p>
        </p:txBody>
      </p:sp>
    </p:spTree>
    <p:extLst>
      <p:ext uri="{BB962C8B-B14F-4D97-AF65-F5344CB8AC3E}">
        <p14:creationId xmlns:p14="http://schemas.microsoft.com/office/powerpoint/2010/main" val="26113486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volcano plot shows the Day 11 time interaction results relative to baseline. There were 12 significant interaction genes.</a:t>
            </a:r>
          </a:p>
        </p:txBody>
      </p:sp>
      <p:sp>
        <p:nvSpPr>
          <p:cNvPr id="4" name="Slide Number Placeholder 3"/>
          <p:cNvSpPr>
            <a:spLocks noGrp="1"/>
          </p:cNvSpPr>
          <p:nvPr>
            <p:ph type="sldNum" sz="quarter" idx="5"/>
          </p:nvPr>
        </p:nvSpPr>
        <p:spPr/>
        <p:txBody>
          <a:bodyPr/>
          <a:lstStyle/>
          <a:p>
            <a:fld id="{DA3629E6-2154-4E68-92B3-D2F7167BAF37}" type="slidenum">
              <a:rPr lang="en-US" smtClean="0"/>
              <a:t>24</a:t>
            </a:fld>
            <a:endParaRPr lang="en-US"/>
          </a:p>
        </p:txBody>
      </p:sp>
    </p:spTree>
    <p:extLst>
      <p:ext uri="{BB962C8B-B14F-4D97-AF65-F5344CB8AC3E}">
        <p14:creationId xmlns:p14="http://schemas.microsoft.com/office/powerpoint/2010/main" val="20528106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line plots for the significant genes at Day11.</a:t>
            </a:r>
          </a:p>
        </p:txBody>
      </p:sp>
      <p:sp>
        <p:nvSpPr>
          <p:cNvPr id="4" name="Slide Number Placeholder 3"/>
          <p:cNvSpPr>
            <a:spLocks noGrp="1"/>
          </p:cNvSpPr>
          <p:nvPr>
            <p:ph type="sldNum" sz="quarter" idx="5"/>
          </p:nvPr>
        </p:nvSpPr>
        <p:spPr/>
        <p:txBody>
          <a:bodyPr/>
          <a:lstStyle/>
          <a:p>
            <a:fld id="{DA3629E6-2154-4E68-92B3-D2F7167BAF37}" type="slidenum">
              <a:rPr lang="en-US" smtClean="0"/>
              <a:t>25</a:t>
            </a:fld>
            <a:endParaRPr lang="en-US"/>
          </a:p>
        </p:txBody>
      </p:sp>
    </p:spTree>
    <p:extLst>
      <p:ext uri="{BB962C8B-B14F-4D97-AF65-F5344CB8AC3E}">
        <p14:creationId xmlns:p14="http://schemas.microsoft.com/office/powerpoint/2010/main" val="11246559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are the trajectory plots for the significant genes at Day 11</a:t>
            </a:r>
          </a:p>
        </p:txBody>
      </p:sp>
      <p:sp>
        <p:nvSpPr>
          <p:cNvPr id="4" name="Slide Number Placeholder 3"/>
          <p:cNvSpPr>
            <a:spLocks noGrp="1"/>
          </p:cNvSpPr>
          <p:nvPr>
            <p:ph type="sldNum" sz="quarter" idx="5"/>
          </p:nvPr>
        </p:nvSpPr>
        <p:spPr/>
        <p:txBody>
          <a:bodyPr/>
          <a:lstStyle/>
          <a:p>
            <a:fld id="{DA3629E6-2154-4E68-92B3-D2F7167BAF37}" type="slidenum">
              <a:rPr lang="en-US" smtClean="0"/>
              <a:t>27</a:t>
            </a:fld>
            <a:endParaRPr lang="en-US"/>
          </a:p>
        </p:txBody>
      </p:sp>
    </p:spTree>
    <p:extLst>
      <p:ext uri="{BB962C8B-B14F-4D97-AF65-F5344CB8AC3E}">
        <p14:creationId xmlns:p14="http://schemas.microsoft.com/office/powerpoint/2010/main" val="35024856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heatmap summarizes the expression patterns of all significant time interaction genes across the full time course.</a:t>
            </a:r>
          </a:p>
          <a:p>
            <a:r>
              <a:rPr lang="en-US" dirty="0"/>
              <a:t>Each row represents one significant interaction gene, and each column represents one sample. The samples are grouped by time point, with the annotations at the top showing day and vaccination group. The color scale shows row-scaled expression, so red indicates relatively higher expression for that gene and blue indicates relatively lower expression.</a:t>
            </a:r>
          </a:p>
          <a:p>
            <a:endParaRPr lang="en-US" dirty="0"/>
          </a:p>
        </p:txBody>
      </p:sp>
      <p:sp>
        <p:nvSpPr>
          <p:cNvPr id="4" name="Slide Number Placeholder 3"/>
          <p:cNvSpPr>
            <a:spLocks noGrp="1"/>
          </p:cNvSpPr>
          <p:nvPr>
            <p:ph type="sldNum" sz="quarter" idx="5"/>
          </p:nvPr>
        </p:nvSpPr>
        <p:spPr/>
        <p:txBody>
          <a:bodyPr/>
          <a:lstStyle/>
          <a:p>
            <a:fld id="{DA3629E6-2154-4E68-92B3-D2F7167BAF37}" type="slidenum">
              <a:rPr lang="en-US" smtClean="0"/>
              <a:t>28</a:t>
            </a:fld>
            <a:endParaRPr lang="en-US"/>
          </a:p>
        </p:txBody>
      </p:sp>
    </p:spTree>
    <p:extLst>
      <p:ext uri="{BB962C8B-B14F-4D97-AF65-F5344CB8AC3E}">
        <p14:creationId xmlns:p14="http://schemas.microsoft.com/office/powerpoint/2010/main" val="21470172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 looked at the shared time effect. In this analysis, I first excluded genes that had significant group-by-time interaction effects. Then, among the remaining genes, I tested which genes changed from baseline to each post-infection time point in a similar way across vaccinated and naive mice.</a:t>
            </a:r>
          </a:p>
        </p:txBody>
      </p:sp>
      <p:sp>
        <p:nvSpPr>
          <p:cNvPr id="4" name="Slide Number Placeholder 3"/>
          <p:cNvSpPr>
            <a:spLocks noGrp="1"/>
          </p:cNvSpPr>
          <p:nvPr>
            <p:ph type="sldNum" sz="quarter" idx="5"/>
          </p:nvPr>
        </p:nvSpPr>
        <p:spPr/>
        <p:txBody>
          <a:bodyPr/>
          <a:lstStyle/>
          <a:p>
            <a:fld id="{DA3629E6-2154-4E68-92B3-D2F7167BAF37}" type="slidenum">
              <a:rPr lang="en-US" smtClean="0"/>
              <a:t>29</a:t>
            </a:fld>
            <a:endParaRPr lang="en-US"/>
          </a:p>
        </p:txBody>
      </p:sp>
    </p:spTree>
    <p:extLst>
      <p:ext uri="{BB962C8B-B14F-4D97-AF65-F5344CB8AC3E}">
        <p14:creationId xmlns:p14="http://schemas.microsoft.com/office/powerpoint/2010/main" val="9742817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volcano plot shows the shared Day 4 time effect after excluding genes with significant group-by-time interaction effects.</a:t>
            </a:r>
          </a:p>
          <a:p>
            <a:r>
              <a:rPr lang="en-US" dirty="0"/>
              <a:t>Here, 6,555 genes showed significant baseline-to-Day 4 changes across both groups. Most of the large fold-change genes were upregulated from baseline to Day 4, shown in orange.</a:t>
            </a:r>
          </a:p>
          <a:p>
            <a:r>
              <a:rPr lang="en-US" dirty="0"/>
              <a:t>Orange genes are higher at Day 4 than at baseline, and purple genes are lower at Day 4 than at baseline.</a:t>
            </a:r>
          </a:p>
        </p:txBody>
      </p:sp>
      <p:sp>
        <p:nvSpPr>
          <p:cNvPr id="4" name="Slide Number Placeholder 3"/>
          <p:cNvSpPr>
            <a:spLocks noGrp="1"/>
          </p:cNvSpPr>
          <p:nvPr>
            <p:ph type="sldNum" sz="quarter" idx="5"/>
          </p:nvPr>
        </p:nvSpPr>
        <p:spPr/>
        <p:txBody>
          <a:bodyPr/>
          <a:lstStyle/>
          <a:p>
            <a:fld id="{DA3629E6-2154-4E68-92B3-D2F7167BAF37}" type="slidenum">
              <a:rPr lang="en-US" smtClean="0"/>
              <a:t>30</a:t>
            </a:fld>
            <a:endParaRPr lang="en-US"/>
          </a:p>
        </p:txBody>
      </p:sp>
    </p:spTree>
    <p:extLst>
      <p:ext uri="{BB962C8B-B14F-4D97-AF65-F5344CB8AC3E}">
        <p14:creationId xmlns:p14="http://schemas.microsoft.com/office/powerpoint/2010/main" val="82934743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volcano plot, 8,921 genes showed significant shared changes from baseline to Day 6. Most of the significant genes were upregulated at Day 6 compared with baseline.</a:t>
            </a:r>
          </a:p>
        </p:txBody>
      </p:sp>
      <p:sp>
        <p:nvSpPr>
          <p:cNvPr id="4" name="Slide Number Placeholder 3"/>
          <p:cNvSpPr>
            <a:spLocks noGrp="1"/>
          </p:cNvSpPr>
          <p:nvPr>
            <p:ph type="sldNum" sz="quarter" idx="5"/>
          </p:nvPr>
        </p:nvSpPr>
        <p:spPr/>
        <p:txBody>
          <a:bodyPr/>
          <a:lstStyle/>
          <a:p>
            <a:fld id="{DA3629E6-2154-4E68-92B3-D2F7167BAF37}" type="slidenum">
              <a:rPr lang="en-US" smtClean="0"/>
              <a:t>31</a:t>
            </a:fld>
            <a:endParaRPr lang="en-US"/>
          </a:p>
        </p:txBody>
      </p:sp>
    </p:spTree>
    <p:extLst>
      <p:ext uri="{BB962C8B-B14F-4D97-AF65-F5344CB8AC3E}">
        <p14:creationId xmlns:p14="http://schemas.microsoft.com/office/powerpoint/2010/main" val="19435967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At Day 11, 7673 genes changed significantly from baseline. </a:t>
            </a:r>
          </a:p>
        </p:txBody>
      </p:sp>
      <p:sp>
        <p:nvSpPr>
          <p:cNvPr id="4" name="Slide Number Placeholder 3"/>
          <p:cNvSpPr>
            <a:spLocks noGrp="1"/>
          </p:cNvSpPr>
          <p:nvPr>
            <p:ph type="sldNum" sz="quarter" idx="5"/>
          </p:nvPr>
        </p:nvSpPr>
        <p:spPr/>
        <p:txBody>
          <a:bodyPr/>
          <a:lstStyle/>
          <a:p>
            <a:fld id="{DA3629E6-2154-4E68-92B3-D2F7167BAF37}" type="slidenum">
              <a:rPr lang="en-US" smtClean="0"/>
              <a:t>32</a:t>
            </a:fld>
            <a:endParaRPr lang="en-US"/>
          </a:p>
        </p:txBody>
      </p:sp>
    </p:spTree>
    <p:extLst>
      <p:ext uri="{BB962C8B-B14F-4D97-AF65-F5344CB8AC3E}">
        <p14:creationId xmlns:p14="http://schemas.microsoft.com/office/powerpoint/2010/main" val="12852064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I performed gene set enrichment analysis using the timepoint-specific differential expression results. The goal was to identify which biological pathways were associated with the differences between vaccinated and naive mice at each post-infection time point.</a:t>
            </a:r>
          </a:p>
          <a:p>
            <a:r>
              <a:rPr lang="en-US" dirty="0"/>
              <a:t>I used four gene set collections: M7 immunologic gene sets, M8 cell-type gene sets, KEGG pathways, and </a:t>
            </a:r>
            <a:r>
              <a:rPr lang="en-US" dirty="0" err="1"/>
              <a:t>Reactome</a:t>
            </a:r>
            <a:r>
              <a:rPr lang="en-US" dirty="0"/>
              <a:t> curated pathways.</a:t>
            </a:r>
          </a:p>
        </p:txBody>
      </p:sp>
      <p:sp>
        <p:nvSpPr>
          <p:cNvPr id="4" name="Slide Number Placeholder 3"/>
          <p:cNvSpPr>
            <a:spLocks noGrp="1"/>
          </p:cNvSpPr>
          <p:nvPr>
            <p:ph type="sldNum" sz="quarter" idx="5"/>
          </p:nvPr>
        </p:nvSpPr>
        <p:spPr/>
        <p:txBody>
          <a:bodyPr/>
          <a:lstStyle/>
          <a:p>
            <a:fld id="{DA3629E6-2154-4E68-92B3-D2F7167BAF37}" type="slidenum">
              <a:rPr lang="en-US" smtClean="0"/>
              <a:t>33</a:t>
            </a:fld>
            <a:endParaRPr lang="en-US"/>
          </a:p>
        </p:txBody>
      </p:sp>
    </p:spTree>
    <p:extLst>
      <p:ext uri="{BB962C8B-B14F-4D97-AF65-F5344CB8AC3E}">
        <p14:creationId xmlns:p14="http://schemas.microsoft.com/office/powerpoint/2010/main" val="29369635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GSEA bar plot, each bar represents an enriched immunologic gene set. The x-axis is the normalized enrichment score. Positive scores, shown in blue, indicate gene sets enriched among genes higher in vaccinated mice at Day 4. Negative scores, shown in red, indicate gene sets enriched among genes higher in naive mice at Day 4.</a:t>
            </a:r>
          </a:p>
        </p:txBody>
      </p:sp>
      <p:sp>
        <p:nvSpPr>
          <p:cNvPr id="4" name="Slide Number Placeholder 3"/>
          <p:cNvSpPr>
            <a:spLocks noGrp="1"/>
          </p:cNvSpPr>
          <p:nvPr>
            <p:ph type="sldNum" sz="quarter" idx="5"/>
          </p:nvPr>
        </p:nvSpPr>
        <p:spPr/>
        <p:txBody>
          <a:bodyPr/>
          <a:lstStyle/>
          <a:p>
            <a:fld id="{DA3629E6-2154-4E68-92B3-D2F7167BAF37}" type="slidenum">
              <a:rPr lang="en-US" smtClean="0"/>
              <a:t>35</a:t>
            </a:fld>
            <a:endParaRPr lang="en-US"/>
          </a:p>
        </p:txBody>
      </p:sp>
    </p:spTree>
    <p:extLst>
      <p:ext uri="{BB962C8B-B14F-4D97-AF65-F5344CB8AC3E}">
        <p14:creationId xmlns:p14="http://schemas.microsoft.com/office/powerpoint/2010/main" val="9592894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 checked the overlap between the gene set collections used for GSEA. There is substantial overlap among M7, M8, KEGG, and </a:t>
            </a:r>
            <a:r>
              <a:rPr lang="en-US" dirty="0" err="1"/>
              <a:t>Reactome</a:t>
            </a:r>
            <a:r>
              <a:rPr lang="en-US" dirty="0"/>
              <a:t>, especially between </a:t>
            </a:r>
            <a:r>
              <a:rPr lang="en-US" dirty="0" err="1"/>
              <a:t>Reactome</a:t>
            </a:r>
            <a:r>
              <a:rPr lang="en-US" dirty="0"/>
              <a:t> and KEGG.</a:t>
            </a:r>
          </a:p>
          <a:p>
            <a:endParaRPr lang="en-US" dirty="0"/>
          </a:p>
        </p:txBody>
      </p:sp>
      <p:sp>
        <p:nvSpPr>
          <p:cNvPr id="4" name="Slide Number Placeholder 3"/>
          <p:cNvSpPr>
            <a:spLocks noGrp="1"/>
          </p:cNvSpPr>
          <p:nvPr>
            <p:ph type="sldNum" sz="quarter" idx="5"/>
          </p:nvPr>
        </p:nvSpPr>
        <p:spPr/>
        <p:txBody>
          <a:bodyPr/>
          <a:lstStyle/>
          <a:p>
            <a:fld id="{DA3629E6-2154-4E68-92B3-D2F7167BAF37}" type="slidenum">
              <a:rPr lang="en-US" smtClean="0"/>
              <a:t>49</a:t>
            </a:fld>
            <a:endParaRPr lang="en-US"/>
          </a:p>
        </p:txBody>
      </p:sp>
    </p:spTree>
    <p:extLst>
      <p:ext uri="{BB962C8B-B14F-4D97-AF65-F5344CB8AC3E}">
        <p14:creationId xmlns:p14="http://schemas.microsoft.com/office/powerpoint/2010/main" val="384166964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Genes were ranked using the Wald statistic from DESeq2, defined as the log2 fold change divided by its standard error. This ranking metric incorporates both the magnitude of expression change and its associated variability, allowing more reliable prioritization of consistently differentially expressed genes in gene set enrichment analysis.</a:t>
            </a:r>
          </a:p>
        </p:txBody>
      </p:sp>
      <p:sp>
        <p:nvSpPr>
          <p:cNvPr id="4" name="Slide Number Placeholder 3"/>
          <p:cNvSpPr>
            <a:spLocks noGrp="1"/>
          </p:cNvSpPr>
          <p:nvPr>
            <p:ph type="sldNum" sz="quarter" idx="5"/>
          </p:nvPr>
        </p:nvSpPr>
        <p:spPr/>
        <p:txBody>
          <a:bodyPr/>
          <a:lstStyle/>
          <a:p>
            <a:fld id="{D89B68AB-5FDE-4B66-9DD1-88CED4F370ED}" type="slidenum">
              <a:rPr lang="en-US" smtClean="0"/>
              <a:t>54</a:t>
            </a:fld>
            <a:endParaRPr lang="en-US"/>
          </a:p>
        </p:txBody>
      </p:sp>
    </p:spTree>
    <p:extLst>
      <p:ext uri="{BB962C8B-B14F-4D97-AF65-F5344CB8AC3E}">
        <p14:creationId xmlns:p14="http://schemas.microsoft.com/office/powerpoint/2010/main" val="31892730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ver with Full Signa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844F620-6422-175B-F602-ACC486E7BD28}"/>
              </a:ext>
              <a:ext uri="{C183D7F6-B498-43B3-948B-1728B52AA6E4}">
                <adec:decorative xmlns:adec="http://schemas.microsoft.com/office/drawing/2017/decorative" val="1"/>
              </a:ext>
            </a:extLst>
          </p:cNvPr>
          <p:cNvSpPr/>
          <p:nvPr/>
        </p:nvSpPr>
        <p:spPr>
          <a:xfrm>
            <a:off x="0" y="5176907"/>
            <a:ext cx="12192000" cy="1709696"/>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609600" y="1480134"/>
            <a:ext cx="10972800" cy="2533874"/>
          </a:xfrm>
        </p:spPr>
        <p:txBody>
          <a:bodyPr anchor="t">
            <a:normAutofit/>
          </a:bodyPr>
          <a:lstStyle>
            <a:lvl1pPr algn="l">
              <a:defRPr sz="7200">
                <a:solidFill>
                  <a:schemeClr val="accent1"/>
                </a:solidFill>
              </a:defRPr>
            </a:lvl1pPr>
          </a:lstStyle>
          <a:p>
            <a:r>
              <a:rPr lang="en-US"/>
              <a:t>Click to edit Master title style</a:t>
            </a:r>
            <a:endParaRPr lang="en-US" dirty="0"/>
          </a:p>
        </p:txBody>
      </p:sp>
      <p:sp>
        <p:nvSpPr>
          <p:cNvPr id="9" name="Text Placeholder 2"/>
          <p:cNvSpPr>
            <a:spLocks noGrp="1"/>
          </p:cNvSpPr>
          <p:nvPr>
            <p:ph type="body" idx="1" hasCustomPrompt="1"/>
          </p:nvPr>
        </p:nvSpPr>
        <p:spPr>
          <a:xfrm>
            <a:off x="609600" y="4181105"/>
            <a:ext cx="10972800" cy="457200"/>
          </a:xfrm>
        </p:spPr>
        <p:txBody>
          <a:bodyPr anchor="ctr"/>
          <a:lstStyle>
            <a:lvl1pPr marL="0" indent="0" algn="l">
              <a:buNone/>
              <a:defRPr sz="22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Presentation Subtitle or Presenter Name Goes Here</a:t>
            </a:r>
          </a:p>
        </p:txBody>
      </p:sp>
      <p:pic>
        <p:nvPicPr>
          <p:cNvPr id="3" name="Graphic 2">
            <a:extLst>
              <a:ext uri="{FF2B5EF4-FFF2-40B4-BE49-F238E27FC236}">
                <a16:creationId xmlns:a16="http://schemas.microsoft.com/office/drawing/2014/main" id="{D141DE7E-4562-2FA2-0FE5-C820F98898D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722916" y="3993781"/>
            <a:ext cx="0" cy="0"/>
          </a:xfrm>
          <a:prstGeom prst="rect">
            <a:avLst/>
          </a:prstGeom>
        </p:spPr>
      </p:pic>
      <p:sp>
        <p:nvSpPr>
          <p:cNvPr id="14" name="Text Placeholder 2">
            <a:extLst>
              <a:ext uri="{FF2B5EF4-FFF2-40B4-BE49-F238E27FC236}">
                <a16:creationId xmlns:a16="http://schemas.microsoft.com/office/drawing/2014/main" id="{2FC083E6-90DD-E923-0081-A2BCE2A9EF5D}"/>
              </a:ext>
            </a:extLst>
          </p:cNvPr>
          <p:cNvSpPr>
            <a:spLocks noGrp="1"/>
          </p:cNvSpPr>
          <p:nvPr>
            <p:ph type="body" idx="10" hasCustomPrompt="1"/>
          </p:nvPr>
        </p:nvSpPr>
        <p:spPr>
          <a:xfrm>
            <a:off x="617219" y="512937"/>
            <a:ext cx="5425397" cy="457200"/>
          </a:xfrm>
        </p:spPr>
        <p:txBody>
          <a:bodyPr anchor="ctr"/>
          <a:lstStyle>
            <a:lvl1pPr marL="0" indent="0" algn="l">
              <a:buNone/>
              <a:defRPr sz="2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Date</a:t>
            </a:r>
          </a:p>
        </p:txBody>
      </p:sp>
      <p:pic>
        <p:nvPicPr>
          <p:cNvPr id="5" name="Picture 4">
            <a:extLst>
              <a:ext uri="{FF2B5EF4-FFF2-40B4-BE49-F238E27FC236}">
                <a16:creationId xmlns:a16="http://schemas.microsoft.com/office/drawing/2014/main" id="{14161D05-89EC-3C25-F33F-CEA512C94336}"/>
              </a:ext>
              <a:ext uri="{C183D7F6-B498-43B3-948B-1728B52AA6E4}">
                <adec:decorative xmlns:adec="http://schemas.microsoft.com/office/drawing/2017/decorative" val="1"/>
              </a:ext>
            </a:extLst>
          </p:cNvPr>
          <p:cNvPicPr>
            <a:picLocks noChangeAspect="1"/>
          </p:cNvPicPr>
          <p:nvPr/>
        </p:nvPicPr>
        <p:blipFill>
          <a:blip r:embed="rId3"/>
          <a:srcRect l="285" t="50001" r="-146" b="-10002"/>
          <a:stretch>
            <a:fillRect/>
          </a:stretch>
        </p:blipFill>
        <p:spPr>
          <a:xfrm>
            <a:off x="8229600" y="-7749"/>
            <a:ext cx="4663440" cy="822960"/>
          </a:xfrm>
          <a:prstGeom prst="rect">
            <a:avLst/>
          </a:prstGeom>
        </p:spPr>
      </p:pic>
      <p:pic>
        <p:nvPicPr>
          <p:cNvPr id="11" name="Picture 10" descr="The University of North Carolina at Chapel Hill signature">
            <a:extLst>
              <a:ext uri="{FF2B5EF4-FFF2-40B4-BE49-F238E27FC236}">
                <a16:creationId xmlns:a16="http://schemas.microsoft.com/office/drawing/2014/main" id="{434A36F3-CAB3-62A6-C6E8-6A1BB017C064}"/>
              </a:ext>
            </a:extLst>
          </p:cNvPr>
          <p:cNvPicPr>
            <a:picLocks noChangeAspect="1"/>
          </p:cNvPicPr>
          <p:nvPr/>
        </p:nvPicPr>
        <p:blipFill>
          <a:blip r:embed="rId4"/>
          <a:stretch>
            <a:fillRect/>
          </a:stretch>
        </p:blipFill>
        <p:spPr>
          <a:xfrm>
            <a:off x="609600" y="5458464"/>
            <a:ext cx="3678621" cy="1146583"/>
          </a:xfrm>
          <a:prstGeom prst="rect">
            <a:avLst/>
          </a:prstGeom>
        </p:spPr>
      </p:pic>
    </p:spTree>
    <p:extLst>
      <p:ext uri="{BB962C8B-B14F-4D97-AF65-F5344CB8AC3E}">
        <p14:creationId xmlns:p14="http://schemas.microsoft.com/office/powerpoint/2010/main" val="3747040093"/>
      </p:ext>
    </p:extLst>
  </p:cSld>
  <p:clrMapOvr>
    <a:masterClrMapping/>
  </p:clrMapOvr>
  <p:extLst>
    <p:ext uri="{DCECCB84-F9BA-43D5-87BE-67443E8EF086}">
      <p15:sldGuideLst xmlns:p15="http://schemas.microsoft.com/office/powerpoint/2012/main">
        <p15:guide id="1" pos="384">
          <p15:clr>
            <a:srgbClr val="FBAE40"/>
          </p15:clr>
        </p15:guide>
        <p15:guide id="2" pos="729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Logo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991F94-533F-E723-F175-6E52EC9DBE77}"/>
              </a:ext>
              <a:ext uri="{C183D7F6-B498-43B3-948B-1728B52AA6E4}">
                <adec:decorative xmlns:adec="http://schemas.microsoft.com/office/drawing/2017/decorative" val="1"/>
              </a:ext>
            </a:extLst>
          </p:cNvPr>
          <p:cNvSpPr/>
          <p:nvPr/>
        </p:nvSpPr>
        <p:spPr>
          <a:xfrm>
            <a:off x="9713902" y="5270360"/>
            <a:ext cx="2478097" cy="158764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title"/>
          </p:nvPr>
        </p:nvSpPr>
        <p:spPr>
          <a:xfrm>
            <a:off x="600290" y="685800"/>
            <a:ext cx="8661354" cy="3504257"/>
          </a:xfrm>
        </p:spPr>
        <p:txBody>
          <a:bodyPr anchor="b">
            <a:normAutofit/>
          </a:bodyPr>
          <a:lstStyle>
            <a:lvl1pPr algn="l">
              <a:defRPr sz="8000">
                <a:solidFill>
                  <a:schemeClr val="accent1"/>
                </a:solidFill>
              </a:defRPr>
            </a:lvl1pPr>
          </a:lstStyle>
          <a:p>
            <a:r>
              <a:rPr lang="en-US"/>
              <a:t>Click to edit Master title style</a:t>
            </a:r>
            <a:endParaRPr lang="en-US" dirty="0"/>
          </a:p>
        </p:txBody>
      </p:sp>
      <p:sp>
        <p:nvSpPr>
          <p:cNvPr id="9" name="Text Placeholder 2"/>
          <p:cNvSpPr>
            <a:spLocks noGrp="1"/>
          </p:cNvSpPr>
          <p:nvPr>
            <p:ph type="body" idx="1"/>
          </p:nvPr>
        </p:nvSpPr>
        <p:spPr>
          <a:xfrm>
            <a:off x="600289" y="4367713"/>
            <a:ext cx="8661355" cy="1535242"/>
          </a:xfrm>
        </p:spPr>
        <p:txBody>
          <a:bodyPr anchor="ctr"/>
          <a:lstStyle>
            <a:lvl1pPr marL="0" indent="0" algn="l">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3" name="Graphic 2">
            <a:extLst>
              <a:ext uri="{FF2B5EF4-FFF2-40B4-BE49-F238E27FC236}">
                <a16:creationId xmlns:a16="http://schemas.microsoft.com/office/drawing/2014/main" id="{D141DE7E-4562-2FA2-0FE5-C820F98898D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722916" y="3993781"/>
            <a:ext cx="0" cy="0"/>
          </a:xfrm>
          <a:prstGeom prst="rect">
            <a:avLst/>
          </a:prstGeom>
        </p:spPr>
      </p:pic>
      <p:sp>
        <p:nvSpPr>
          <p:cNvPr id="4" name="Rectangle 3">
            <a:extLst>
              <a:ext uri="{FF2B5EF4-FFF2-40B4-BE49-F238E27FC236}">
                <a16:creationId xmlns:a16="http://schemas.microsoft.com/office/drawing/2014/main" id="{7370DFD4-2C33-B3BB-339C-75B30AB01738}"/>
              </a:ext>
              <a:ext uri="{C183D7F6-B498-43B3-948B-1728B52AA6E4}">
                <adec:decorative xmlns:adec="http://schemas.microsoft.com/office/drawing/2017/decorative" val="1"/>
              </a:ext>
            </a:extLst>
          </p:cNvPr>
          <p:cNvSpPr/>
          <p:nvPr/>
        </p:nvSpPr>
        <p:spPr>
          <a:xfrm>
            <a:off x="0" y="1"/>
            <a:ext cx="303202" cy="3902044"/>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6A5CA4EC-E77F-39B9-0DFC-97E8E1FB7EE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90019" y="5594299"/>
            <a:ext cx="1170437" cy="914400"/>
          </a:xfrm>
          <a:prstGeom prst="rect">
            <a:avLst/>
          </a:prstGeom>
        </p:spPr>
      </p:pic>
      <p:pic>
        <p:nvPicPr>
          <p:cNvPr id="5" name="Picture 4">
            <a:extLst>
              <a:ext uri="{FF2B5EF4-FFF2-40B4-BE49-F238E27FC236}">
                <a16:creationId xmlns:a16="http://schemas.microsoft.com/office/drawing/2014/main" id="{26DCAC6A-8B4F-A5CD-D2E3-F6AFB346709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rot="16200000">
            <a:off x="9398717" y="1740305"/>
            <a:ext cx="3216245" cy="1107233"/>
          </a:xfrm>
          <a:prstGeom prst="rect">
            <a:avLst/>
          </a:prstGeom>
        </p:spPr>
      </p:pic>
    </p:spTree>
    <p:extLst>
      <p:ext uri="{BB962C8B-B14F-4D97-AF65-F5344CB8AC3E}">
        <p14:creationId xmlns:p14="http://schemas.microsoft.com/office/powerpoint/2010/main" val="1761431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with Phot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A01D1E-CBB3-0E06-52EF-DB45BB2CF659}"/>
              </a:ext>
              <a:ext uri="{C183D7F6-B498-43B3-948B-1728B52AA6E4}">
                <adec:decorative xmlns:adec="http://schemas.microsoft.com/office/drawing/2017/decorative" val="1"/>
              </a:ext>
            </a:extLst>
          </p:cNvPr>
          <p:cNvSpPr/>
          <p:nvPr/>
        </p:nvSpPr>
        <p:spPr>
          <a:xfrm>
            <a:off x="9713902" y="0"/>
            <a:ext cx="2476500" cy="6857999"/>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600289" y="519160"/>
            <a:ext cx="6415106" cy="4100155"/>
          </a:xfrm>
        </p:spPr>
        <p:txBody>
          <a:bodyPr anchor="b">
            <a:normAutofit/>
          </a:bodyPr>
          <a:lstStyle>
            <a:lvl1pPr marL="0" indent="0" algn="l">
              <a:tabLst/>
              <a:defRPr sz="7200">
                <a:solidFill>
                  <a:schemeClr val="accent1"/>
                </a:solidFill>
              </a:defRPr>
            </a:lvl1pPr>
          </a:lstStyle>
          <a:p>
            <a:r>
              <a:rPr lang="en-US"/>
              <a:t>Click to edit Master title style</a:t>
            </a:r>
            <a:endParaRPr lang="en-US" dirty="0"/>
          </a:p>
        </p:txBody>
      </p:sp>
      <p:sp>
        <p:nvSpPr>
          <p:cNvPr id="9" name="Text Placeholder 2"/>
          <p:cNvSpPr>
            <a:spLocks noGrp="1"/>
          </p:cNvSpPr>
          <p:nvPr>
            <p:ph type="body" idx="1"/>
          </p:nvPr>
        </p:nvSpPr>
        <p:spPr>
          <a:xfrm>
            <a:off x="600289" y="4811843"/>
            <a:ext cx="6415107" cy="1124262"/>
          </a:xfrm>
        </p:spPr>
        <p:txBody>
          <a:bodyPr anchor="ctr"/>
          <a:lstStyle>
            <a:lvl1pPr marL="0" indent="0" algn="l">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Rectangle 3">
            <a:extLst>
              <a:ext uri="{FF2B5EF4-FFF2-40B4-BE49-F238E27FC236}">
                <a16:creationId xmlns:a16="http://schemas.microsoft.com/office/drawing/2014/main" id="{7370DFD4-2C33-B3BB-339C-75B30AB01738}"/>
              </a:ext>
              <a:ext uri="{C183D7F6-B498-43B3-948B-1728B52AA6E4}">
                <adec:decorative xmlns:adec="http://schemas.microsoft.com/office/drawing/2017/decorative" val="1"/>
              </a:ext>
            </a:extLst>
          </p:cNvPr>
          <p:cNvSpPr/>
          <p:nvPr/>
        </p:nvSpPr>
        <p:spPr>
          <a:xfrm>
            <a:off x="0" y="1"/>
            <a:ext cx="303202" cy="4343399"/>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Picture Placeholder 14">
            <a:extLst>
              <a:ext uri="{FF2B5EF4-FFF2-40B4-BE49-F238E27FC236}">
                <a16:creationId xmlns:a16="http://schemas.microsoft.com/office/drawing/2014/main" id="{8EFFAC87-9E53-1884-FF11-F909742899F5}"/>
              </a:ext>
            </a:extLst>
          </p:cNvPr>
          <p:cNvSpPr>
            <a:spLocks noGrp="1"/>
          </p:cNvSpPr>
          <p:nvPr>
            <p:ph type="pic" sz="quarter" idx="10"/>
          </p:nvPr>
        </p:nvSpPr>
        <p:spPr>
          <a:xfrm>
            <a:off x="7206931" y="519161"/>
            <a:ext cx="4384780" cy="3824240"/>
          </a:xfrm>
        </p:spPr>
        <p:txBody>
          <a:bodyPr/>
          <a:lstStyle/>
          <a:p>
            <a:r>
              <a:rPr lang="en-US"/>
              <a:t>Click icon to add picture</a:t>
            </a:r>
            <a:endParaRPr lang="en-US" dirty="0"/>
          </a:p>
        </p:txBody>
      </p:sp>
      <p:pic>
        <p:nvPicPr>
          <p:cNvPr id="7" name="Graphic 6">
            <a:extLst>
              <a:ext uri="{FF2B5EF4-FFF2-40B4-BE49-F238E27FC236}">
                <a16:creationId xmlns:a16="http://schemas.microsoft.com/office/drawing/2014/main" id="{24F22C87-9DEE-511C-D576-91408F23E0F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90019" y="5594299"/>
            <a:ext cx="1170437" cy="914400"/>
          </a:xfrm>
          <a:prstGeom prst="rect">
            <a:avLst/>
          </a:prstGeom>
        </p:spPr>
      </p:pic>
    </p:spTree>
    <p:extLst>
      <p:ext uri="{BB962C8B-B14F-4D97-AF65-F5344CB8AC3E}">
        <p14:creationId xmlns:p14="http://schemas.microsoft.com/office/powerpoint/2010/main" val="97766584"/>
      </p:ext>
    </p:extLst>
  </p:cSld>
  <p:clrMapOvr>
    <a:masterClrMapping/>
  </p:clrMapOvr>
  <p:extLst>
    <p:ext uri="{DCECCB84-F9BA-43D5-87BE-67443E8EF086}">
      <p15:sldGuideLst xmlns:p15="http://schemas.microsoft.com/office/powerpoint/2012/main">
        <p15:guide id="1" orient="horz" pos="27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with Subtitle Carolina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D0071A-0C98-906B-A206-2F811653B50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p:nvSpPr>
        <p:spPr>
          <a:xfrm flipH="1">
            <a:off x="1540933" y="0"/>
            <a:ext cx="10651067" cy="6857999"/>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p:cNvSpPr>
            <a:spLocks noGrp="1"/>
          </p:cNvSpPr>
          <p:nvPr>
            <p:ph type="title"/>
          </p:nvPr>
        </p:nvSpPr>
        <p:spPr>
          <a:xfrm>
            <a:off x="2448156" y="1588958"/>
            <a:ext cx="9111759" cy="4287186"/>
          </a:xfrm>
        </p:spPr>
        <p:txBody>
          <a:bodyPr anchor="ctr">
            <a:normAutofit/>
          </a:bodyPr>
          <a:lstStyle>
            <a:lvl1pPr algn="l">
              <a:defRPr sz="6000">
                <a:solidFill>
                  <a:schemeClr val="bg1"/>
                </a:solidFill>
              </a:defRPr>
            </a:lvl1pPr>
          </a:lstStyle>
          <a:p>
            <a:r>
              <a:rPr lang="en-US"/>
              <a:t>Click to edit Master title style</a:t>
            </a:r>
            <a:endParaRPr lang="en-US" dirty="0"/>
          </a:p>
        </p:txBody>
      </p:sp>
      <p:sp>
        <p:nvSpPr>
          <p:cNvPr id="11" name="Text Placeholder 5">
            <a:extLst>
              <a:ext uri="{FF2B5EF4-FFF2-40B4-BE49-F238E27FC236}">
                <a16:creationId xmlns:a16="http://schemas.microsoft.com/office/drawing/2014/main" id="{0D9795C1-D152-B640-81E1-08A233E87147}"/>
              </a:ext>
            </a:extLst>
          </p:cNvPr>
          <p:cNvSpPr>
            <a:spLocks noGrp="1"/>
          </p:cNvSpPr>
          <p:nvPr>
            <p:ph type="body" sz="quarter" idx="16" hasCustomPrompt="1"/>
          </p:nvPr>
        </p:nvSpPr>
        <p:spPr>
          <a:xfrm>
            <a:off x="2448156" y="710534"/>
            <a:ext cx="9111758" cy="365760"/>
          </a:xfrm>
        </p:spPr>
        <p:txBody>
          <a:bodyPr>
            <a:normAutofit/>
          </a:bodyPr>
          <a:lstStyle>
            <a:lvl1pPr marL="0" indent="0">
              <a:buNone/>
              <a:defRPr sz="1800" b="1" cap="all" spc="170" baseline="0">
                <a:solidFill>
                  <a:schemeClr val="tx1"/>
                </a:solidFill>
              </a:defRPr>
            </a:lvl1pPr>
          </a:lstStyle>
          <a:p>
            <a:pPr lvl="0"/>
            <a:r>
              <a:rPr lang="en-US" dirty="0"/>
              <a:t>Subtitle</a:t>
            </a:r>
          </a:p>
        </p:txBody>
      </p:sp>
      <p:sp>
        <p:nvSpPr>
          <p:cNvPr id="7" name="Slide Number Placeholder 2">
            <a:extLst>
              <a:ext uri="{FF2B5EF4-FFF2-40B4-BE49-F238E27FC236}">
                <a16:creationId xmlns:a16="http://schemas.microsoft.com/office/drawing/2014/main" id="{58E43BAC-B1DA-E07C-AF14-54573FC6D4C8}"/>
              </a:ext>
              <a:ext uri="{C183D7F6-B498-43B3-948B-1728B52AA6E4}">
                <adec:decorative xmlns:adec="http://schemas.microsoft.com/office/drawing/2017/decorative" val="1"/>
              </a:ext>
            </a:extLst>
          </p:cNvPr>
          <p:cNvSpPr>
            <a:spLocks noGrp="1"/>
          </p:cNvSpPr>
          <p:nvPr>
            <p:ph type="sldNum" sz="quarter" idx="10"/>
          </p:nvPr>
        </p:nvSpPr>
        <p:spPr>
          <a:xfrm>
            <a:off x="8970673"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pic>
        <p:nvPicPr>
          <p:cNvPr id="3" name="Picture 2">
            <a:extLst>
              <a:ext uri="{FF2B5EF4-FFF2-40B4-BE49-F238E27FC236}">
                <a16:creationId xmlns:a16="http://schemas.microsoft.com/office/drawing/2014/main" id="{387A2B52-BA67-752C-E2B6-172CBE3C11B4}"/>
              </a:ext>
              <a:ext uri="{C183D7F6-B498-43B3-948B-1728B52AA6E4}">
                <adec:decorative xmlns:adec="http://schemas.microsoft.com/office/drawing/2017/decorative" val="1"/>
              </a:ext>
            </a:extLst>
          </p:cNvPr>
          <p:cNvPicPr>
            <a:picLocks noChangeAspect="1"/>
          </p:cNvPicPr>
          <p:nvPr/>
        </p:nvPicPr>
        <p:blipFill>
          <a:blip r:embed="rId2"/>
          <a:srcRect l="1" t="50002" r="140" b="-50002"/>
          <a:stretch>
            <a:fillRect/>
          </a:stretch>
        </p:blipFill>
        <p:spPr>
          <a:xfrm rot="16200000">
            <a:off x="-1653669" y="2743200"/>
            <a:ext cx="4663440" cy="1371600"/>
          </a:xfrm>
          <a:prstGeom prst="rect">
            <a:avLst/>
          </a:prstGeom>
        </p:spPr>
      </p:pic>
    </p:spTree>
    <p:extLst>
      <p:ext uri="{BB962C8B-B14F-4D97-AF65-F5344CB8AC3E}">
        <p14:creationId xmlns:p14="http://schemas.microsoft.com/office/powerpoint/2010/main" val="3549330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with Subtitle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D0071A-0C98-906B-A206-2F811653B502}"/>
              </a:ext>
              <a:ext uri="{C183D7F6-B498-43B3-948B-1728B52AA6E4}">
                <adec:decorative xmlns:adec="http://schemas.microsoft.com/office/drawing/2017/decorative" val="1"/>
              </a:ext>
            </a:extLst>
          </p:cNvPr>
          <p:cNvSpPr/>
          <p:nvPr/>
        </p:nvSpPr>
        <p:spPr>
          <a:xfrm>
            <a:off x="-1" y="0"/>
            <a:ext cx="1540933" cy="6857999"/>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pic>
        <p:nvPicPr>
          <p:cNvPr id="4" name="Picture 3">
            <a:extLst>
              <a:ext uri="{FF2B5EF4-FFF2-40B4-BE49-F238E27FC236}">
                <a16:creationId xmlns:a16="http://schemas.microsoft.com/office/drawing/2014/main" id="{E007BA80-25D7-6A4E-9BE4-E1354E47EF0E}"/>
              </a:ext>
              <a:ext uri="{C183D7F6-B498-43B3-948B-1728B52AA6E4}">
                <adec:decorative xmlns:adec="http://schemas.microsoft.com/office/drawing/2017/decorative" val="1"/>
              </a:ext>
            </a:extLst>
          </p:cNvPr>
          <p:cNvPicPr>
            <a:picLocks noChangeAspect="1"/>
          </p:cNvPicPr>
          <p:nvPr/>
        </p:nvPicPr>
        <p:blipFill>
          <a:blip r:embed="rId2"/>
          <a:srcRect l="70" t="49335" r="70" b="-49335"/>
          <a:stretch>
            <a:fillRect/>
          </a:stretch>
        </p:blipFill>
        <p:spPr>
          <a:xfrm rot="16200000">
            <a:off x="-1655064" y="2743200"/>
            <a:ext cx="4663440" cy="1371600"/>
          </a:xfrm>
          <a:prstGeom prst="rect">
            <a:avLst/>
          </a:prstGeom>
        </p:spPr>
      </p:pic>
      <p:sp>
        <p:nvSpPr>
          <p:cNvPr id="3" name="Title 1">
            <a:extLst>
              <a:ext uri="{FF2B5EF4-FFF2-40B4-BE49-F238E27FC236}">
                <a16:creationId xmlns:a16="http://schemas.microsoft.com/office/drawing/2014/main" id="{6A389D4D-CCDD-4179-F371-36361112107B}"/>
              </a:ext>
            </a:extLst>
          </p:cNvPr>
          <p:cNvSpPr>
            <a:spLocks noGrp="1"/>
          </p:cNvSpPr>
          <p:nvPr>
            <p:ph type="title"/>
          </p:nvPr>
        </p:nvSpPr>
        <p:spPr>
          <a:xfrm>
            <a:off x="2448156" y="1588958"/>
            <a:ext cx="9111759" cy="4287186"/>
          </a:xfrm>
        </p:spPr>
        <p:txBody>
          <a:bodyPr anchor="ctr">
            <a:normAutofit/>
          </a:bodyPr>
          <a:lstStyle>
            <a:lvl1pPr algn="l">
              <a:defRPr sz="6000">
                <a:solidFill>
                  <a:schemeClr val="tx1"/>
                </a:solidFill>
              </a:defRPr>
            </a:lvl1pPr>
          </a:lstStyle>
          <a:p>
            <a:r>
              <a:rPr lang="en-US"/>
              <a:t>Click to edit Master title style</a:t>
            </a:r>
            <a:endParaRPr lang="en-US" dirty="0"/>
          </a:p>
        </p:txBody>
      </p:sp>
      <p:sp>
        <p:nvSpPr>
          <p:cNvPr id="6" name="Text Placeholder 5">
            <a:extLst>
              <a:ext uri="{FF2B5EF4-FFF2-40B4-BE49-F238E27FC236}">
                <a16:creationId xmlns:a16="http://schemas.microsoft.com/office/drawing/2014/main" id="{BCFB92FF-E0C3-8BF5-E7F0-4D97B2882EB3}"/>
              </a:ext>
            </a:extLst>
          </p:cNvPr>
          <p:cNvSpPr>
            <a:spLocks noGrp="1"/>
          </p:cNvSpPr>
          <p:nvPr>
            <p:ph type="body" sz="quarter" idx="16" hasCustomPrompt="1"/>
          </p:nvPr>
        </p:nvSpPr>
        <p:spPr>
          <a:xfrm>
            <a:off x="2448156" y="710534"/>
            <a:ext cx="9111758" cy="365760"/>
          </a:xfrm>
        </p:spPr>
        <p:txBody>
          <a:bodyPr>
            <a:normAutofit/>
          </a:bodyPr>
          <a:lstStyle>
            <a:lvl1pPr marL="0" indent="0">
              <a:buNone/>
              <a:defRPr sz="1800" b="1" cap="all" spc="170" baseline="0">
                <a:solidFill>
                  <a:schemeClr val="accent1"/>
                </a:solidFill>
              </a:defRPr>
            </a:lvl1pPr>
          </a:lstStyle>
          <a:p>
            <a:pPr lvl="0"/>
            <a:r>
              <a:rPr lang="en-US" dirty="0"/>
              <a:t>Subtitle</a:t>
            </a:r>
          </a:p>
        </p:txBody>
      </p:sp>
      <p:sp>
        <p:nvSpPr>
          <p:cNvPr id="7" name="Slide Number Placeholder 2">
            <a:extLst>
              <a:ext uri="{FF2B5EF4-FFF2-40B4-BE49-F238E27FC236}">
                <a16:creationId xmlns:a16="http://schemas.microsoft.com/office/drawing/2014/main" id="{58E43BAC-B1DA-E07C-AF14-54573FC6D4C8}"/>
              </a:ext>
              <a:ext uri="{C183D7F6-B498-43B3-948B-1728B52AA6E4}">
                <adec:decorative xmlns:adec="http://schemas.microsoft.com/office/drawing/2017/decorative" val="1"/>
              </a:ext>
            </a:extLst>
          </p:cNvPr>
          <p:cNvSpPr>
            <a:spLocks noGrp="1"/>
          </p:cNvSpPr>
          <p:nvPr>
            <p:ph type="sldNum" sz="quarter" idx="10"/>
          </p:nvPr>
        </p:nvSpPr>
        <p:spPr>
          <a:xfrm>
            <a:off x="8970673"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3086316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with Subtitle Nav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D0071A-0C98-906B-A206-2F811653B502}"/>
              </a:ext>
              <a:ext uri="{C183D7F6-B498-43B3-948B-1728B52AA6E4}">
                <adec:decorative xmlns:adec="http://schemas.microsoft.com/office/drawing/2017/decorative" val="1"/>
              </a:ext>
            </a:extLst>
          </p:cNvPr>
          <p:cNvSpPr/>
          <p:nvPr/>
        </p:nvSpPr>
        <p:spPr>
          <a:xfrm>
            <a:off x="-7496" y="-39415"/>
            <a:ext cx="1540933" cy="6936827"/>
          </a:xfrm>
          <a:prstGeom prst="rect">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pic>
        <p:nvPicPr>
          <p:cNvPr id="4" name="Picture 3">
            <a:extLst>
              <a:ext uri="{FF2B5EF4-FFF2-40B4-BE49-F238E27FC236}">
                <a16:creationId xmlns:a16="http://schemas.microsoft.com/office/drawing/2014/main" id="{E007BA80-25D7-6A4E-9BE4-E1354E47EF0E}"/>
              </a:ext>
              <a:ext uri="{C183D7F6-B498-43B3-948B-1728B52AA6E4}">
                <adec:decorative xmlns:adec="http://schemas.microsoft.com/office/drawing/2017/decorative" val="1"/>
              </a:ext>
            </a:extLst>
          </p:cNvPr>
          <p:cNvPicPr>
            <a:picLocks noChangeAspect="1"/>
          </p:cNvPicPr>
          <p:nvPr/>
        </p:nvPicPr>
        <p:blipFill>
          <a:blip r:embed="rId2"/>
          <a:srcRect l="70" t="50002" r="70" b="-50002"/>
          <a:stretch>
            <a:fillRect/>
          </a:stretch>
        </p:blipFill>
        <p:spPr>
          <a:xfrm rot="16200000">
            <a:off x="-1653415" y="2743200"/>
            <a:ext cx="4663440" cy="1371600"/>
          </a:xfrm>
          <a:prstGeom prst="rect">
            <a:avLst/>
          </a:prstGeom>
        </p:spPr>
      </p:pic>
      <p:sp>
        <p:nvSpPr>
          <p:cNvPr id="6" name="Title 1">
            <a:extLst>
              <a:ext uri="{FF2B5EF4-FFF2-40B4-BE49-F238E27FC236}">
                <a16:creationId xmlns:a16="http://schemas.microsoft.com/office/drawing/2014/main" id="{598A8CC0-5532-5AEA-2BCE-F8E4456B10CF}"/>
              </a:ext>
            </a:extLst>
          </p:cNvPr>
          <p:cNvSpPr>
            <a:spLocks noGrp="1"/>
          </p:cNvSpPr>
          <p:nvPr>
            <p:ph type="title"/>
          </p:nvPr>
        </p:nvSpPr>
        <p:spPr>
          <a:xfrm>
            <a:off x="2448156" y="1588958"/>
            <a:ext cx="9111759" cy="4287186"/>
          </a:xfrm>
        </p:spPr>
        <p:txBody>
          <a:bodyPr anchor="ctr">
            <a:normAutofit/>
          </a:bodyPr>
          <a:lstStyle>
            <a:lvl1pPr algn="l">
              <a:defRPr sz="6000">
                <a:solidFill>
                  <a:schemeClr val="accent1"/>
                </a:solidFill>
              </a:defRPr>
            </a:lvl1pPr>
          </a:lstStyle>
          <a:p>
            <a:r>
              <a:rPr lang="en-US"/>
              <a:t>Click to edit Master title style</a:t>
            </a:r>
            <a:endParaRPr lang="en-US" dirty="0"/>
          </a:p>
        </p:txBody>
      </p:sp>
      <p:sp>
        <p:nvSpPr>
          <p:cNvPr id="8" name="Text Placeholder 5">
            <a:extLst>
              <a:ext uri="{FF2B5EF4-FFF2-40B4-BE49-F238E27FC236}">
                <a16:creationId xmlns:a16="http://schemas.microsoft.com/office/drawing/2014/main" id="{93E4D545-C780-15F4-A021-549270FD023A}"/>
              </a:ext>
            </a:extLst>
          </p:cNvPr>
          <p:cNvSpPr>
            <a:spLocks noGrp="1"/>
          </p:cNvSpPr>
          <p:nvPr>
            <p:ph type="body" sz="quarter" idx="16" hasCustomPrompt="1"/>
          </p:nvPr>
        </p:nvSpPr>
        <p:spPr>
          <a:xfrm>
            <a:off x="2448156" y="710534"/>
            <a:ext cx="9111758" cy="365760"/>
          </a:xfrm>
        </p:spPr>
        <p:txBody>
          <a:bodyPr>
            <a:normAutofit/>
          </a:bodyPr>
          <a:lstStyle>
            <a:lvl1pPr marL="0" indent="0">
              <a:buNone/>
              <a:defRPr sz="1800" b="1" cap="all" spc="170" baseline="0">
                <a:solidFill>
                  <a:schemeClr val="tx1"/>
                </a:solidFill>
              </a:defRPr>
            </a:lvl1pPr>
          </a:lstStyle>
          <a:p>
            <a:pPr lvl="0"/>
            <a:r>
              <a:rPr lang="en-US" dirty="0"/>
              <a:t>Subtitle</a:t>
            </a:r>
          </a:p>
        </p:txBody>
      </p:sp>
      <p:sp>
        <p:nvSpPr>
          <p:cNvPr id="7" name="Slide Number Placeholder 2">
            <a:extLst>
              <a:ext uri="{FF2B5EF4-FFF2-40B4-BE49-F238E27FC236}">
                <a16:creationId xmlns:a16="http://schemas.microsoft.com/office/drawing/2014/main" id="{58E43BAC-B1DA-E07C-AF14-54573FC6D4C8}"/>
              </a:ext>
              <a:ext uri="{C183D7F6-B498-43B3-948B-1728B52AA6E4}">
                <adec:decorative xmlns:adec="http://schemas.microsoft.com/office/drawing/2017/decorative" val="1"/>
              </a:ext>
            </a:extLst>
          </p:cNvPr>
          <p:cNvSpPr>
            <a:spLocks noGrp="1"/>
          </p:cNvSpPr>
          <p:nvPr>
            <p:ph type="sldNum" sz="quarter" idx="10"/>
          </p:nvPr>
        </p:nvSpPr>
        <p:spPr>
          <a:xfrm>
            <a:off x="8970673"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1810891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Large Text White">
    <p:spTree>
      <p:nvGrpSpPr>
        <p:cNvPr id="1" name=""/>
        <p:cNvGrpSpPr/>
        <p:nvPr/>
      </p:nvGrpSpPr>
      <p:grpSpPr>
        <a:xfrm>
          <a:off x="0" y="0"/>
          <a:ext cx="0" cy="0"/>
          <a:chOff x="0" y="0"/>
          <a:chExt cx="0" cy="0"/>
        </a:xfrm>
      </p:grpSpPr>
      <p:sp>
        <p:nvSpPr>
          <p:cNvPr id="10" name="Title 1"/>
          <p:cNvSpPr>
            <a:spLocks noGrp="1"/>
          </p:cNvSpPr>
          <p:nvPr>
            <p:ph type="title"/>
          </p:nvPr>
        </p:nvSpPr>
        <p:spPr>
          <a:xfrm>
            <a:off x="597408" y="2072640"/>
            <a:ext cx="10984993" cy="3633216"/>
          </a:xfrm>
        </p:spPr>
        <p:txBody>
          <a:bodyPr anchor="ctr">
            <a:normAutofit/>
          </a:bodyPr>
          <a:lstStyle>
            <a:lvl1pPr algn="l">
              <a:defRPr sz="7000">
                <a:solidFill>
                  <a:schemeClr val="accent1"/>
                </a:solidFill>
              </a:defRPr>
            </a:lvl1pPr>
          </a:lstStyle>
          <a:p>
            <a:r>
              <a:rPr lang="en-US"/>
              <a:t>Click to edit Master title style</a:t>
            </a:r>
            <a:endParaRPr lang="en-US" dirty="0"/>
          </a:p>
        </p:txBody>
      </p:sp>
      <p:pic>
        <p:nvPicPr>
          <p:cNvPr id="4" name="Picture 3">
            <a:extLst>
              <a:ext uri="{FF2B5EF4-FFF2-40B4-BE49-F238E27FC236}">
                <a16:creationId xmlns:a16="http://schemas.microsoft.com/office/drawing/2014/main" id="{68C27406-F7E4-0A7D-8CEC-8F6A32CBE49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275" y="714693"/>
            <a:ext cx="2656115" cy="914400"/>
          </a:xfrm>
          <a:prstGeom prst="rect">
            <a:avLst/>
          </a:prstGeom>
        </p:spPr>
      </p:pic>
      <p:sp>
        <p:nvSpPr>
          <p:cNvPr id="5" name="Slide Number Placeholder 2">
            <a:extLst>
              <a:ext uri="{FF2B5EF4-FFF2-40B4-BE49-F238E27FC236}">
                <a16:creationId xmlns:a16="http://schemas.microsoft.com/office/drawing/2014/main" id="{E85EB188-FB08-48FC-1E86-D2BD5A8FF1D5}"/>
              </a:ext>
              <a:ext uri="{C183D7F6-B498-43B3-948B-1728B52AA6E4}">
                <adec:decorative xmlns:adec="http://schemas.microsoft.com/office/drawing/2017/decorative" val="1"/>
              </a:ext>
            </a:extLst>
          </p:cNvPr>
          <p:cNvSpPr>
            <a:spLocks noGrp="1"/>
          </p:cNvSpPr>
          <p:nvPr>
            <p:ph type="sldNum" sz="quarter" idx="10"/>
          </p:nvPr>
        </p:nvSpPr>
        <p:spPr>
          <a:xfrm>
            <a:off x="8970673"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3099648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Large Text Carolina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CF2950-39E6-0D08-EE1F-A3C7A2E8C0A2}"/>
              </a:ext>
              <a:ext uri="{C183D7F6-B498-43B3-948B-1728B52AA6E4}">
                <adec:decorative xmlns:adec="http://schemas.microsoft.com/office/drawing/2017/decorative" val="1"/>
              </a:ext>
            </a:extLst>
          </p:cNvPr>
          <p:cNvSpPr/>
          <p:nvPr/>
        </p:nvSpPr>
        <p:spPr>
          <a:xfrm>
            <a:off x="0" y="-39414"/>
            <a:ext cx="12192000" cy="6936828"/>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DC7C4555-54B4-D1ED-534B-B2C66B3EBE80}"/>
              </a:ext>
              <a:ext uri="{C183D7F6-B498-43B3-948B-1728B52AA6E4}">
                <adec:decorative xmlns:adec="http://schemas.microsoft.com/office/drawing/2017/decorative" val="1"/>
              </a:ext>
            </a:extLst>
          </p:cNvPr>
          <p:cNvPicPr>
            <a:picLocks noChangeAspect="1"/>
          </p:cNvPicPr>
          <p:nvPr/>
        </p:nvPicPr>
        <p:blipFill>
          <a:blip r:embed="rId2"/>
          <a:srcRect l="-33" r="-33"/>
          <a:stretch>
            <a:fillRect/>
          </a:stretch>
        </p:blipFill>
        <p:spPr>
          <a:xfrm>
            <a:off x="744274" y="714693"/>
            <a:ext cx="2656116" cy="914400"/>
          </a:xfrm>
          <a:prstGeom prst="rect">
            <a:avLst/>
          </a:prstGeom>
        </p:spPr>
      </p:pic>
      <p:sp>
        <p:nvSpPr>
          <p:cNvPr id="3" name="Title 1">
            <a:extLst>
              <a:ext uri="{FF2B5EF4-FFF2-40B4-BE49-F238E27FC236}">
                <a16:creationId xmlns:a16="http://schemas.microsoft.com/office/drawing/2014/main" id="{4C2688DB-E127-7D33-5B48-848FB04D60C1}"/>
              </a:ext>
            </a:extLst>
          </p:cNvPr>
          <p:cNvSpPr>
            <a:spLocks noGrp="1"/>
          </p:cNvSpPr>
          <p:nvPr>
            <p:ph type="title"/>
          </p:nvPr>
        </p:nvSpPr>
        <p:spPr>
          <a:xfrm>
            <a:off x="597408" y="2072640"/>
            <a:ext cx="10984993" cy="3633216"/>
          </a:xfrm>
        </p:spPr>
        <p:txBody>
          <a:bodyPr anchor="ctr">
            <a:normAutofit/>
          </a:bodyPr>
          <a:lstStyle>
            <a:lvl1pPr algn="l">
              <a:defRPr sz="7000">
                <a:solidFill>
                  <a:schemeClr val="tx1"/>
                </a:solidFill>
              </a:defRPr>
            </a:lvl1pPr>
          </a:lstStyle>
          <a:p>
            <a:r>
              <a:rPr lang="en-US"/>
              <a:t>Click to edit Master title style</a:t>
            </a:r>
            <a:endParaRPr lang="en-US" dirty="0"/>
          </a:p>
        </p:txBody>
      </p:sp>
      <p:sp>
        <p:nvSpPr>
          <p:cNvPr id="11" name="Slide Number Placeholder 2">
            <a:extLst>
              <a:ext uri="{FF2B5EF4-FFF2-40B4-BE49-F238E27FC236}">
                <a16:creationId xmlns:a16="http://schemas.microsoft.com/office/drawing/2014/main" id="{325CCF78-C9E6-AACB-9BED-51CDC17DB16B}"/>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3954236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Large Text Nav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CF2950-39E6-0D08-EE1F-A3C7A2E8C0A2}"/>
              </a:ext>
              <a:ext uri="{C183D7F6-B498-43B3-948B-1728B52AA6E4}">
                <adec:decorative xmlns:adec="http://schemas.microsoft.com/office/drawing/2017/decorative" val="1"/>
              </a:ext>
            </a:extLst>
          </p:cNvPr>
          <p:cNvSpPr/>
          <p:nvPr/>
        </p:nvSpPr>
        <p:spPr>
          <a:xfrm>
            <a:off x="0" y="-49924"/>
            <a:ext cx="12192000" cy="6957848"/>
          </a:xfrm>
          <a:prstGeom prst="rect">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p>
        </p:txBody>
      </p:sp>
      <p:pic>
        <p:nvPicPr>
          <p:cNvPr id="5" name="Picture 4">
            <a:extLst>
              <a:ext uri="{FF2B5EF4-FFF2-40B4-BE49-F238E27FC236}">
                <a16:creationId xmlns:a16="http://schemas.microsoft.com/office/drawing/2014/main" id="{C3FC1A22-9EDA-86EF-3D3A-B26BE8493D2F}"/>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44275" y="714693"/>
            <a:ext cx="2656115" cy="914400"/>
          </a:xfrm>
          <a:prstGeom prst="rect">
            <a:avLst/>
          </a:prstGeom>
        </p:spPr>
      </p:pic>
      <p:sp>
        <p:nvSpPr>
          <p:cNvPr id="3" name="Title 1">
            <a:extLst>
              <a:ext uri="{FF2B5EF4-FFF2-40B4-BE49-F238E27FC236}">
                <a16:creationId xmlns:a16="http://schemas.microsoft.com/office/drawing/2014/main" id="{33327E6B-3A7F-FAEC-4838-B750CD3393EA}"/>
              </a:ext>
            </a:extLst>
          </p:cNvPr>
          <p:cNvSpPr>
            <a:spLocks noGrp="1"/>
          </p:cNvSpPr>
          <p:nvPr>
            <p:ph type="title"/>
          </p:nvPr>
        </p:nvSpPr>
        <p:spPr>
          <a:xfrm>
            <a:off x="597408" y="2072640"/>
            <a:ext cx="10984993" cy="3633216"/>
          </a:xfrm>
        </p:spPr>
        <p:txBody>
          <a:bodyPr anchor="ctr">
            <a:normAutofit/>
          </a:bodyPr>
          <a:lstStyle>
            <a:lvl1pPr algn="l">
              <a:defRPr sz="7000">
                <a:solidFill>
                  <a:schemeClr val="bg1"/>
                </a:solidFill>
              </a:defRPr>
            </a:lvl1pPr>
          </a:lstStyle>
          <a:p>
            <a:r>
              <a:rPr lang="en-US"/>
              <a:t>Click to edit Master title style</a:t>
            </a:r>
            <a:endParaRPr lang="en-US" dirty="0"/>
          </a:p>
        </p:txBody>
      </p:sp>
      <p:sp>
        <p:nvSpPr>
          <p:cNvPr id="7" name="Slide Number Placeholder 2">
            <a:extLst>
              <a:ext uri="{FF2B5EF4-FFF2-40B4-BE49-F238E27FC236}">
                <a16:creationId xmlns:a16="http://schemas.microsoft.com/office/drawing/2014/main" id="{44891A65-5A78-B583-6AF0-524E7655541D}"/>
              </a:ext>
              <a:ext uri="{C183D7F6-B498-43B3-948B-1728B52AA6E4}">
                <adec:decorative xmlns:adec="http://schemas.microsoft.com/office/drawing/2017/decorative" val="1"/>
              </a:ext>
            </a:extLst>
          </p:cNvPr>
          <p:cNvSpPr>
            <a:spLocks noGrp="1"/>
          </p:cNvSpPr>
          <p:nvPr>
            <p:ph type="sldNum" sz="quarter" idx="10"/>
          </p:nvPr>
        </p:nvSpPr>
        <p:spPr>
          <a:xfrm>
            <a:off x="8970673" y="6388328"/>
            <a:ext cx="2707895" cy="246221"/>
          </a:xfrm>
        </p:spPr>
        <p:txBody>
          <a:bodyPr/>
          <a:lstStyle>
            <a:lvl1pPr>
              <a:defRPr sz="1200" b="0">
                <a:solidFill>
                  <a:schemeClr val="bg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1922885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1 Column">
    <p:spTree>
      <p:nvGrpSpPr>
        <p:cNvPr id="1" name=""/>
        <p:cNvGrpSpPr/>
        <p:nvPr/>
      </p:nvGrpSpPr>
      <p:grpSpPr>
        <a:xfrm>
          <a:off x="0" y="0"/>
          <a:ext cx="0" cy="0"/>
          <a:chOff x="0" y="0"/>
          <a:chExt cx="0" cy="0"/>
        </a:xfrm>
      </p:grpSpPr>
      <p:sp>
        <p:nvSpPr>
          <p:cNvPr id="26" name="Title 16"/>
          <p:cNvSpPr>
            <a:spLocks noGrp="1"/>
          </p:cNvSpPr>
          <p:nvPr>
            <p:ph type="title"/>
          </p:nvPr>
        </p:nvSpPr>
        <p:spPr>
          <a:xfrm>
            <a:off x="609601" y="342900"/>
            <a:ext cx="10062225" cy="640080"/>
          </a:xfrm>
        </p:spPr>
        <p:txBody>
          <a:bodyPr anchor="ctr"/>
          <a:lstStyle>
            <a:lvl1pPr>
              <a:defRPr sz="3200"/>
            </a:lvl1pPr>
          </a:lstStyle>
          <a:p>
            <a:r>
              <a:rPr lang="en-US"/>
              <a:t>Click to edit Master title style</a:t>
            </a:r>
            <a:endParaRPr lang="en-US" dirty="0"/>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21" name="Rectangle 20">
            <a:extLst>
              <a:ext uri="{FF2B5EF4-FFF2-40B4-BE49-F238E27FC236}">
                <a16:creationId xmlns:a16="http://schemas.microsoft.com/office/drawing/2014/main" id="{CA766A3E-C3D8-CEA2-FBC4-8AB354D85F74}"/>
              </a:ext>
              <a:ext uri="{C183D7F6-B498-43B3-948B-1728B52AA6E4}">
                <adec:decorative xmlns:adec="http://schemas.microsoft.com/office/drawing/2017/decorative" val="1"/>
              </a:ext>
            </a:extLst>
          </p:cNvPr>
          <p:cNvSpPr/>
          <p:nvPr/>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32">
            <a:extLst>
              <a:ext uri="{FF2B5EF4-FFF2-40B4-BE49-F238E27FC236}">
                <a16:creationId xmlns:a16="http://schemas.microsoft.com/office/drawing/2014/main" id="{0260FA03-7173-BABA-296F-94A763BB664B}"/>
              </a:ext>
            </a:extLst>
          </p:cNvPr>
          <p:cNvSpPr>
            <a:spLocks noGrp="1"/>
          </p:cNvSpPr>
          <p:nvPr>
            <p:ph sz="quarter" idx="11"/>
          </p:nvPr>
        </p:nvSpPr>
        <p:spPr>
          <a:xfrm>
            <a:off x="609601" y="1810319"/>
            <a:ext cx="10868660" cy="410033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8">
            <a:extLst>
              <a:ext uri="{FF2B5EF4-FFF2-40B4-BE49-F238E27FC236}">
                <a16:creationId xmlns:a16="http://schemas.microsoft.com/office/drawing/2014/main" id="{56C40871-AB4B-6BC6-DD5D-F29A9DC12626}"/>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11" name="Slide Number Placeholder 2">
            <a:extLst>
              <a:ext uri="{FF2B5EF4-FFF2-40B4-BE49-F238E27FC236}">
                <a16:creationId xmlns:a16="http://schemas.microsoft.com/office/drawing/2014/main" id="{C8FA054B-21AB-7601-9E4F-8B0F78E817D9}"/>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2782555142"/>
      </p:ext>
    </p:extLst>
  </p:cSld>
  <p:clrMapOvr>
    <a:masterClrMapping/>
  </p:clrMapOvr>
  <p:extLst>
    <p:ext uri="{DCECCB84-F9BA-43D5-87BE-67443E8EF086}">
      <p15:sldGuideLst xmlns:p15="http://schemas.microsoft.com/office/powerpoint/2012/main">
        <p15:guide id="1" pos="384">
          <p15:clr>
            <a:srgbClr val="FBAE40"/>
          </p15:clr>
        </p15:guide>
        <p15:guide id="2" pos="7224">
          <p15:clr>
            <a:srgbClr val="FBAE40"/>
          </p15:clr>
        </p15:guide>
        <p15:guide id="3" orient="horz" pos="840">
          <p15:clr>
            <a:srgbClr val="FBAE40"/>
          </p15:clr>
        </p15:guide>
        <p15:guide id="4" orient="horz" pos="3864">
          <p15:clr>
            <a:srgbClr val="FBAE40"/>
          </p15:clr>
        </p15:guide>
        <p15:guide id="5" pos="45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2 Columns">
    <p:spTree>
      <p:nvGrpSpPr>
        <p:cNvPr id="1" name=""/>
        <p:cNvGrpSpPr/>
        <p:nvPr/>
      </p:nvGrpSpPr>
      <p:grpSpPr>
        <a:xfrm>
          <a:off x="0" y="0"/>
          <a:ext cx="0" cy="0"/>
          <a:chOff x="0" y="0"/>
          <a:chExt cx="0" cy="0"/>
        </a:xfrm>
      </p:grpSpPr>
      <p:sp>
        <p:nvSpPr>
          <p:cNvPr id="26" name="Title 16"/>
          <p:cNvSpPr>
            <a:spLocks noGrp="1"/>
          </p:cNvSpPr>
          <p:nvPr>
            <p:ph type="title"/>
          </p:nvPr>
        </p:nvSpPr>
        <p:spPr>
          <a:xfrm>
            <a:off x="609600" y="342900"/>
            <a:ext cx="10061864" cy="640080"/>
          </a:xfrm>
        </p:spPr>
        <p:txBody>
          <a:bodyPr anchor="ctr"/>
          <a:lstStyle>
            <a:lvl1pPr>
              <a:defRPr sz="3200"/>
            </a:lvl1pPr>
          </a:lstStyle>
          <a:p>
            <a:r>
              <a:rPr lang="en-US"/>
              <a:t>Click to edit Master title style</a:t>
            </a:r>
            <a:endParaRPr lang="en-US" dirty="0"/>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33" name="Content Placeholder 32">
            <a:extLst>
              <a:ext uri="{FF2B5EF4-FFF2-40B4-BE49-F238E27FC236}">
                <a16:creationId xmlns:a16="http://schemas.microsoft.com/office/drawing/2014/main" id="{D6FC11F1-0D9D-5809-52E6-E7C294469934}"/>
              </a:ext>
            </a:extLst>
          </p:cNvPr>
          <p:cNvSpPr>
            <a:spLocks noGrp="1"/>
          </p:cNvSpPr>
          <p:nvPr>
            <p:ph sz="quarter" idx="11"/>
          </p:nvPr>
        </p:nvSpPr>
        <p:spPr>
          <a:xfrm>
            <a:off x="609600" y="1810319"/>
            <a:ext cx="5281061" cy="4001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Rectangle 1">
            <a:extLst>
              <a:ext uri="{FF2B5EF4-FFF2-40B4-BE49-F238E27FC236}">
                <a16:creationId xmlns:a16="http://schemas.microsoft.com/office/drawing/2014/main" id="{E94D2D6D-D836-1475-B21F-FD74A9F3D635}"/>
              </a:ext>
              <a:ext uri="{C183D7F6-B498-43B3-948B-1728B52AA6E4}">
                <adec:decorative xmlns:adec="http://schemas.microsoft.com/office/drawing/2017/decorative" val="1"/>
              </a:ext>
            </a:extLst>
          </p:cNvPr>
          <p:cNvSpPr/>
          <p:nvPr/>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32">
            <a:extLst>
              <a:ext uri="{FF2B5EF4-FFF2-40B4-BE49-F238E27FC236}">
                <a16:creationId xmlns:a16="http://schemas.microsoft.com/office/drawing/2014/main" id="{5454C11D-F1B3-2C1A-B588-CA54535BD2EF}"/>
              </a:ext>
            </a:extLst>
          </p:cNvPr>
          <p:cNvSpPr>
            <a:spLocks noGrp="1"/>
          </p:cNvSpPr>
          <p:nvPr>
            <p:ph sz="quarter" idx="13"/>
          </p:nvPr>
        </p:nvSpPr>
        <p:spPr>
          <a:xfrm>
            <a:off x="6301339" y="1810319"/>
            <a:ext cx="5281061" cy="4001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8">
            <a:extLst>
              <a:ext uri="{FF2B5EF4-FFF2-40B4-BE49-F238E27FC236}">
                <a16:creationId xmlns:a16="http://schemas.microsoft.com/office/drawing/2014/main" id="{391F682F-1948-02DA-DE80-89FD2B0D826A}"/>
              </a:ext>
              <a:ext uri="{C183D7F6-B498-43B3-948B-1728B52AA6E4}">
                <adec:decorative xmlns:adec="http://schemas.microsoft.com/office/drawing/2017/decorative" val="1"/>
              </a:ext>
            </a:extLst>
          </p:cNvPr>
          <p:cNvSpPr>
            <a:spLocks noGrp="1"/>
          </p:cNvSpPr>
          <p:nvPr>
            <p:ph type="body" sz="quarter" idx="14"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5" name="Slide Number Placeholder 2">
            <a:extLst>
              <a:ext uri="{FF2B5EF4-FFF2-40B4-BE49-F238E27FC236}">
                <a16:creationId xmlns:a16="http://schemas.microsoft.com/office/drawing/2014/main" id="{95FA583D-9F86-B317-6DDE-BB1432ACCDC8}"/>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3778887867"/>
      </p:ext>
    </p:extLst>
  </p:cSld>
  <p:clrMapOvr>
    <a:masterClrMapping/>
  </p:clrMapOvr>
  <p:extLst>
    <p:ext uri="{DCECCB84-F9BA-43D5-87BE-67443E8EF086}">
      <p15:sldGuideLst xmlns:p15="http://schemas.microsoft.com/office/powerpoint/2012/main">
        <p15:guide id="1" pos="456">
          <p15:clr>
            <a:srgbClr val="FBAE40"/>
          </p15:clr>
        </p15:guide>
        <p15:guide id="2" pos="7224">
          <p15:clr>
            <a:srgbClr val="FBAE40"/>
          </p15:clr>
        </p15:guide>
        <p15:guide id="3" orient="horz" pos="840">
          <p15:clr>
            <a:srgbClr val="FBAE40"/>
          </p15:clr>
        </p15:guide>
        <p15:guide id="4" orient="horz" pos="386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hoto Lef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13F40B6-03C6-3835-4D86-8CB4825EE2F3}"/>
              </a:ext>
              <a:ext uri="{C183D7F6-B498-43B3-948B-1728B52AA6E4}">
                <adec:decorative xmlns:adec="http://schemas.microsoft.com/office/drawing/2017/decorative" val="1"/>
              </a:ext>
            </a:extLst>
          </p:cNvPr>
          <p:cNvSpPr/>
          <p:nvPr/>
        </p:nvSpPr>
        <p:spPr>
          <a:xfrm>
            <a:off x="0" y="6149487"/>
            <a:ext cx="12192000" cy="723901"/>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itle 16"/>
          <p:cNvSpPr>
            <a:spLocks noGrp="1"/>
          </p:cNvSpPr>
          <p:nvPr>
            <p:ph type="title"/>
          </p:nvPr>
        </p:nvSpPr>
        <p:spPr>
          <a:xfrm>
            <a:off x="612000" y="342900"/>
            <a:ext cx="10059464" cy="640080"/>
          </a:xfrm>
        </p:spPr>
        <p:txBody>
          <a:bodyPr anchor="ctr"/>
          <a:lstStyle>
            <a:lvl1pPr>
              <a:defRPr sz="3200"/>
            </a:lvl1pPr>
          </a:lstStyle>
          <a:p>
            <a:r>
              <a:rPr lang="en-US"/>
              <a:t>Click to edit Master title style</a:t>
            </a:r>
            <a:endParaRPr lang="en-US" dirty="0"/>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4" name="Picture Placeholder 3">
            <a:extLst>
              <a:ext uri="{FF2B5EF4-FFF2-40B4-BE49-F238E27FC236}">
                <a16:creationId xmlns:a16="http://schemas.microsoft.com/office/drawing/2014/main" id="{8E1F8AA9-3ABC-8393-55B6-E10796038AB4}"/>
              </a:ext>
            </a:extLst>
          </p:cNvPr>
          <p:cNvSpPr>
            <a:spLocks noGrp="1"/>
          </p:cNvSpPr>
          <p:nvPr>
            <p:ph type="pic" sz="quarter" idx="12"/>
          </p:nvPr>
        </p:nvSpPr>
        <p:spPr>
          <a:xfrm>
            <a:off x="731520" y="1805619"/>
            <a:ext cx="3481892" cy="3855373"/>
          </a:xfrm>
        </p:spPr>
        <p:txBody>
          <a:bodyPr/>
          <a:lstStyle/>
          <a:p>
            <a:r>
              <a:rPr lang="en-US"/>
              <a:t>Click icon to add picture</a:t>
            </a:r>
          </a:p>
        </p:txBody>
      </p:sp>
      <p:sp>
        <p:nvSpPr>
          <p:cNvPr id="33" name="Content Placeholder 32">
            <a:extLst>
              <a:ext uri="{FF2B5EF4-FFF2-40B4-BE49-F238E27FC236}">
                <a16:creationId xmlns:a16="http://schemas.microsoft.com/office/drawing/2014/main" id="{D6FC11F1-0D9D-5809-52E6-E7C294469934}"/>
              </a:ext>
            </a:extLst>
          </p:cNvPr>
          <p:cNvSpPr>
            <a:spLocks noGrp="1"/>
          </p:cNvSpPr>
          <p:nvPr>
            <p:ph sz="quarter" idx="11"/>
          </p:nvPr>
        </p:nvSpPr>
        <p:spPr>
          <a:xfrm>
            <a:off x="4643719" y="1810319"/>
            <a:ext cx="6936282" cy="38553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8">
            <a:extLst>
              <a:ext uri="{FF2B5EF4-FFF2-40B4-BE49-F238E27FC236}">
                <a16:creationId xmlns:a16="http://schemas.microsoft.com/office/drawing/2014/main" id="{DF0E06C9-AB49-3CFA-A659-C6C044C17C00}"/>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10" name="Slide Number Placeholder 2">
            <a:extLst>
              <a:ext uri="{FF2B5EF4-FFF2-40B4-BE49-F238E27FC236}">
                <a16:creationId xmlns:a16="http://schemas.microsoft.com/office/drawing/2014/main" id="{472F24FC-F42D-E94A-1C14-25535C689570}"/>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
        <p:nvSpPr>
          <p:cNvPr id="2" name="Rectangle 1">
            <a:extLst>
              <a:ext uri="{FF2B5EF4-FFF2-40B4-BE49-F238E27FC236}">
                <a16:creationId xmlns:a16="http://schemas.microsoft.com/office/drawing/2014/main" id="{B6ADA503-7BD6-E089-1E33-6F0477459468}"/>
              </a:ext>
              <a:ext uri="{C183D7F6-B498-43B3-948B-1728B52AA6E4}">
                <adec:decorative xmlns:adec="http://schemas.microsoft.com/office/drawing/2017/decorative" val="1"/>
              </a:ext>
            </a:extLst>
          </p:cNvPr>
          <p:cNvSpPr/>
          <p:nvPr/>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94727606"/>
      </p:ext>
    </p:extLst>
  </p:cSld>
  <p:clrMapOvr>
    <a:masterClrMapping/>
  </p:clrMapOvr>
  <p:extLst>
    <p:ext uri="{DCECCB84-F9BA-43D5-87BE-67443E8EF086}">
      <p15:sldGuideLst xmlns:p15="http://schemas.microsoft.com/office/powerpoint/2012/main">
        <p15:guide id="1" pos="456">
          <p15:clr>
            <a:srgbClr val="FBAE40"/>
          </p15:clr>
        </p15:guide>
        <p15:guide id="2" pos="7224">
          <p15:clr>
            <a:srgbClr val="FBAE40"/>
          </p15:clr>
        </p15:guide>
        <p15:guide id="3" orient="horz" pos="840">
          <p15:clr>
            <a:srgbClr val="FBAE40"/>
          </p15:clr>
        </p15:guide>
        <p15:guide id="4" orient="horz" pos="386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hoto Righ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13F40B6-03C6-3835-4D86-8CB4825EE2F3}"/>
              </a:ext>
              <a:ext uri="{C183D7F6-B498-43B3-948B-1728B52AA6E4}">
                <adec:decorative xmlns:adec="http://schemas.microsoft.com/office/drawing/2017/decorative" val="1"/>
              </a:ext>
            </a:extLst>
          </p:cNvPr>
          <p:cNvSpPr/>
          <p:nvPr/>
        </p:nvSpPr>
        <p:spPr>
          <a:xfrm>
            <a:off x="9944098" y="3975100"/>
            <a:ext cx="2247902" cy="28829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6"/>
          <p:cNvSpPr>
            <a:spLocks noGrp="1"/>
          </p:cNvSpPr>
          <p:nvPr>
            <p:ph type="title"/>
          </p:nvPr>
        </p:nvSpPr>
        <p:spPr>
          <a:xfrm>
            <a:off x="619201" y="342900"/>
            <a:ext cx="10052263" cy="640080"/>
          </a:xfrm>
        </p:spPr>
        <p:txBody>
          <a:bodyPr anchor="ctr"/>
          <a:lstStyle>
            <a:lvl1pPr>
              <a:defRPr sz="3200"/>
            </a:lvl1pPr>
          </a:lstStyle>
          <a:p>
            <a:r>
              <a:rPr lang="en-US"/>
              <a:t>Click to edit Master title style</a:t>
            </a:r>
            <a:endParaRPr lang="en-US" dirty="0"/>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33" name="Content Placeholder 32">
            <a:extLst>
              <a:ext uri="{FF2B5EF4-FFF2-40B4-BE49-F238E27FC236}">
                <a16:creationId xmlns:a16="http://schemas.microsoft.com/office/drawing/2014/main" id="{D6FC11F1-0D9D-5809-52E6-E7C294469934}"/>
              </a:ext>
            </a:extLst>
          </p:cNvPr>
          <p:cNvSpPr>
            <a:spLocks noGrp="1"/>
          </p:cNvSpPr>
          <p:nvPr>
            <p:ph sz="quarter" idx="11"/>
          </p:nvPr>
        </p:nvSpPr>
        <p:spPr>
          <a:xfrm>
            <a:off x="619200" y="1810319"/>
            <a:ext cx="6803575" cy="43237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8E1F8AA9-3ABC-8393-55B6-E10796038AB4}"/>
              </a:ext>
            </a:extLst>
          </p:cNvPr>
          <p:cNvSpPr>
            <a:spLocks noGrp="1"/>
          </p:cNvSpPr>
          <p:nvPr>
            <p:ph type="pic" sz="quarter" idx="12"/>
          </p:nvPr>
        </p:nvSpPr>
        <p:spPr>
          <a:xfrm>
            <a:off x="7915835" y="1456085"/>
            <a:ext cx="3656964" cy="4678015"/>
          </a:xfrm>
        </p:spPr>
        <p:txBody>
          <a:bodyPr/>
          <a:lstStyle/>
          <a:p>
            <a:r>
              <a:rPr lang="en-US"/>
              <a:t>Click icon to add picture</a:t>
            </a:r>
          </a:p>
        </p:txBody>
      </p:sp>
      <p:sp>
        <p:nvSpPr>
          <p:cNvPr id="6" name="Text Placeholder 8">
            <a:extLst>
              <a:ext uri="{FF2B5EF4-FFF2-40B4-BE49-F238E27FC236}">
                <a16:creationId xmlns:a16="http://schemas.microsoft.com/office/drawing/2014/main" id="{9F3F9E0B-FC8F-2FEC-6F53-012F4C1E66DB}"/>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5" name="Slide Number Placeholder 2">
            <a:extLst>
              <a:ext uri="{FF2B5EF4-FFF2-40B4-BE49-F238E27FC236}">
                <a16:creationId xmlns:a16="http://schemas.microsoft.com/office/drawing/2014/main" id="{5AC1F149-7BBE-D0B7-0E9D-F391EC07048E}"/>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
        <p:nvSpPr>
          <p:cNvPr id="2" name="Rectangle 1">
            <a:extLst>
              <a:ext uri="{FF2B5EF4-FFF2-40B4-BE49-F238E27FC236}">
                <a16:creationId xmlns:a16="http://schemas.microsoft.com/office/drawing/2014/main" id="{D8B123C5-E7BC-9260-0E94-D33BDF0FCBD7}"/>
              </a:ext>
              <a:ext uri="{C183D7F6-B498-43B3-948B-1728B52AA6E4}">
                <adec:decorative xmlns:adec="http://schemas.microsoft.com/office/drawing/2017/decorative" val="1"/>
              </a:ext>
            </a:extLst>
          </p:cNvPr>
          <p:cNvSpPr/>
          <p:nvPr/>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91339616"/>
      </p:ext>
    </p:extLst>
  </p:cSld>
  <p:clrMapOvr>
    <a:masterClrMapping/>
  </p:clrMapOvr>
  <p:extLst>
    <p:ext uri="{DCECCB84-F9BA-43D5-87BE-67443E8EF086}">
      <p15:sldGuideLst xmlns:p15="http://schemas.microsoft.com/office/powerpoint/2012/main">
        <p15:guide id="1" pos="456">
          <p15:clr>
            <a:srgbClr val="FBAE40"/>
          </p15:clr>
        </p15:guide>
        <p15:guide id="2" pos="7224">
          <p15:clr>
            <a:srgbClr val="FBAE40"/>
          </p15:clr>
        </p15:guide>
        <p15:guide id="3" orient="horz" pos="840">
          <p15:clr>
            <a:srgbClr val="FBAE40"/>
          </p15:clr>
        </p15:guide>
        <p15:guide id="4" orient="horz" pos="3864">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Full Photo Right">
    <p:spTree>
      <p:nvGrpSpPr>
        <p:cNvPr id="1" name=""/>
        <p:cNvGrpSpPr/>
        <p:nvPr/>
      </p:nvGrpSpPr>
      <p:grpSpPr>
        <a:xfrm>
          <a:off x="0" y="0"/>
          <a:ext cx="0" cy="0"/>
          <a:chOff x="0" y="0"/>
          <a:chExt cx="0" cy="0"/>
        </a:xfrm>
      </p:grpSpPr>
      <p:sp>
        <p:nvSpPr>
          <p:cNvPr id="26" name="Title 16"/>
          <p:cNvSpPr>
            <a:spLocks noGrp="1"/>
          </p:cNvSpPr>
          <p:nvPr>
            <p:ph type="title"/>
          </p:nvPr>
        </p:nvSpPr>
        <p:spPr>
          <a:xfrm>
            <a:off x="611999" y="342900"/>
            <a:ext cx="6999034" cy="640080"/>
          </a:xfrm>
        </p:spPr>
        <p:txBody>
          <a:bodyPr anchor="ctr"/>
          <a:lstStyle>
            <a:lvl1pPr>
              <a:defRPr sz="3200"/>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FD0AAD6C-33C7-B854-A943-2CE6956EC76D}"/>
              </a:ext>
              <a:ext uri="{C183D7F6-B498-43B3-948B-1728B52AA6E4}">
                <adec:decorative xmlns:adec="http://schemas.microsoft.com/office/drawing/2017/decorative" val="1"/>
              </a:ext>
            </a:extLst>
          </p:cNvPr>
          <p:cNvSpPr/>
          <p:nvPr/>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ontent Placeholder 32">
            <a:extLst>
              <a:ext uri="{FF2B5EF4-FFF2-40B4-BE49-F238E27FC236}">
                <a16:creationId xmlns:a16="http://schemas.microsoft.com/office/drawing/2014/main" id="{D6FC11F1-0D9D-5809-52E6-E7C294469934}"/>
              </a:ext>
            </a:extLst>
          </p:cNvPr>
          <p:cNvSpPr>
            <a:spLocks noGrp="1"/>
          </p:cNvSpPr>
          <p:nvPr>
            <p:ph sz="quarter" idx="11"/>
          </p:nvPr>
        </p:nvSpPr>
        <p:spPr>
          <a:xfrm>
            <a:off x="611999" y="1810319"/>
            <a:ext cx="6999035" cy="3850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3">
            <a:extLst>
              <a:ext uri="{FF2B5EF4-FFF2-40B4-BE49-F238E27FC236}">
                <a16:creationId xmlns:a16="http://schemas.microsoft.com/office/drawing/2014/main" id="{8E1F8AA9-3ABC-8393-55B6-E10796038AB4}"/>
              </a:ext>
            </a:extLst>
          </p:cNvPr>
          <p:cNvSpPr>
            <a:spLocks noGrp="1"/>
          </p:cNvSpPr>
          <p:nvPr>
            <p:ph type="pic" sz="quarter" idx="12"/>
          </p:nvPr>
        </p:nvSpPr>
        <p:spPr>
          <a:xfrm>
            <a:off x="8256494" y="1"/>
            <a:ext cx="3935506" cy="6858000"/>
          </a:xfrm>
        </p:spPr>
        <p:txBody>
          <a:bodyPr/>
          <a:lstStyle/>
          <a:p>
            <a:r>
              <a:rPr lang="en-US"/>
              <a:t>Click icon to add picture</a:t>
            </a:r>
          </a:p>
        </p:txBody>
      </p:sp>
      <p:sp>
        <p:nvSpPr>
          <p:cNvPr id="5" name="Text Placeholder 8">
            <a:extLst>
              <a:ext uri="{FF2B5EF4-FFF2-40B4-BE49-F238E27FC236}">
                <a16:creationId xmlns:a16="http://schemas.microsoft.com/office/drawing/2014/main" id="{946469E5-4287-550C-F06B-9730B745B720}"/>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7" name="Slide Number Placeholder 2">
            <a:extLst>
              <a:ext uri="{FF2B5EF4-FFF2-40B4-BE49-F238E27FC236}">
                <a16:creationId xmlns:a16="http://schemas.microsoft.com/office/drawing/2014/main" id="{E80853D7-F89A-343A-ABF1-F1BBBE885018}"/>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a:ln>
            <a:noFill/>
          </a:ln>
        </p:spPr>
        <p:txBody>
          <a:bodyPr/>
          <a:lstStyle>
            <a:lvl1pPr>
              <a:defRPr sz="1200" b="0">
                <a:ln w="0">
                  <a:noFill/>
                </a:ln>
                <a:solidFill>
                  <a:schemeClr val="bg1"/>
                </a:solidFill>
                <a:effectLst>
                  <a:outerShdw blurRad="94031" dist="8334" dir="4200000" sx="97000" sy="97000" algn="tl" rotWithShape="0">
                    <a:schemeClr val="tx1">
                      <a:alpha val="85000"/>
                    </a:schemeClr>
                  </a:outerShdw>
                </a:effectLst>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2848896356"/>
      </p:ext>
    </p:extLst>
  </p:cSld>
  <p:clrMapOvr>
    <a:masterClrMapping/>
  </p:clrMapOvr>
  <p:extLst>
    <p:ext uri="{DCECCB84-F9BA-43D5-87BE-67443E8EF086}">
      <p15:sldGuideLst xmlns:p15="http://schemas.microsoft.com/office/powerpoint/2012/main">
        <p15:guide id="1" pos="456">
          <p15:clr>
            <a:srgbClr val="FBAE40"/>
          </p15:clr>
        </p15:guide>
        <p15:guide id="2" pos="7224">
          <p15:clr>
            <a:srgbClr val="FBAE40"/>
          </p15:clr>
        </p15:guide>
        <p15:guide id="3" orient="horz" pos="840">
          <p15:clr>
            <a:srgbClr val="FBAE40"/>
          </p15:clr>
        </p15:guide>
        <p15:guide id="4" orient="horz" pos="386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Carolina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3F5DAB-D703-7675-89E2-EF3BBF643086}"/>
              </a:ext>
              <a:ext uri="{C183D7F6-B498-43B3-948B-1728B52AA6E4}">
                <adec:decorative xmlns:adec="http://schemas.microsoft.com/office/drawing/2017/decorative" val="1"/>
              </a:ext>
            </a:extLst>
          </p:cNvPr>
          <p:cNvSpPr/>
          <p:nvPr/>
        </p:nvSpPr>
        <p:spPr>
          <a:xfrm>
            <a:off x="9944098" y="0"/>
            <a:ext cx="2247901" cy="68580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6"/>
          <p:cNvSpPr>
            <a:spLocks noGrp="1"/>
          </p:cNvSpPr>
          <p:nvPr>
            <p:ph type="title"/>
          </p:nvPr>
        </p:nvSpPr>
        <p:spPr>
          <a:xfrm>
            <a:off x="619200" y="342900"/>
            <a:ext cx="8361984" cy="640080"/>
          </a:xfrm>
        </p:spPr>
        <p:txBody>
          <a:bodyPr anchor="ctr"/>
          <a:lstStyle>
            <a:lvl1pPr>
              <a:defRPr sz="3200"/>
            </a:lvl1pPr>
          </a:lstStyle>
          <a:p>
            <a:r>
              <a:rPr lang="en-US"/>
              <a:t>Click to edit Master title style</a:t>
            </a:r>
            <a:endParaRPr lang="en-US" dirty="0"/>
          </a:p>
        </p:txBody>
      </p:sp>
      <p:sp>
        <p:nvSpPr>
          <p:cNvPr id="33" name="Content Placeholder 32">
            <a:extLst>
              <a:ext uri="{FF2B5EF4-FFF2-40B4-BE49-F238E27FC236}">
                <a16:creationId xmlns:a16="http://schemas.microsoft.com/office/drawing/2014/main" id="{D6FC11F1-0D9D-5809-52E6-E7C294469934}"/>
              </a:ext>
            </a:extLst>
          </p:cNvPr>
          <p:cNvSpPr>
            <a:spLocks noGrp="1"/>
          </p:cNvSpPr>
          <p:nvPr>
            <p:ph sz="quarter" idx="11"/>
          </p:nvPr>
        </p:nvSpPr>
        <p:spPr>
          <a:xfrm>
            <a:off x="619201" y="1810319"/>
            <a:ext cx="8361984" cy="3850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B1C725C3-4DC0-7832-0231-B6F1C464C3A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29794" y="342900"/>
            <a:ext cx="819306" cy="640080"/>
          </a:xfrm>
          <a:prstGeom prst="rect">
            <a:avLst/>
          </a:prstGeom>
        </p:spPr>
      </p:pic>
      <p:sp>
        <p:nvSpPr>
          <p:cNvPr id="3" name="Rectangle 2">
            <a:extLst>
              <a:ext uri="{FF2B5EF4-FFF2-40B4-BE49-F238E27FC236}">
                <a16:creationId xmlns:a16="http://schemas.microsoft.com/office/drawing/2014/main" id="{1AB64942-4C79-47FE-110A-338C6571D813}"/>
              </a:ext>
              <a:ext uri="{C183D7F6-B498-43B3-948B-1728B52AA6E4}">
                <adec:decorative xmlns:adec="http://schemas.microsoft.com/office/drawing/2017/decorative" val="1"/>
              </a:ext>
            </a:extLst>
          </p:cNvPr>
          <p:cNvSpPr/>
          <p:nvPr/>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8">
            <a:extLst>
              <a:ext uri="{FF2B5EF4-FFF2-40B4-BE49-F238E27FC236}">
                <a16:creationId xmlns:a16="http://schemas.microsoft.com/office/drawing/2014/main" id="{3C97E4AB-2102-062A-67B8-25BD5D32E007}"/>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2" name="Slide Number Placeholder 2">
            <a:extLst>
              <a:ext uri="{FF2B5EF4-FFF2-40B4-BE49-F238E27FC236}">
                <a16:creationId xmlns:a16="http://schemas.microsoft.com/office/drawing/2014/main" id="{40243D27-A33E-866A-A83E-032A4CC2736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2693040430"/>
      </p:ext>
    </p:extLst>
  </p:cSld>
  <p:clrMapOvr>
    <a:masterClrMapping/>
  </p:clrMapOvr>
  <p:extLst>
    <p:ext uri="{DCECCB84-F9BA-43D5-87BE-67443E8EF086}">
      <p15:sldGuideLst xmlns:p15="http://schemas.microsoft.com/office/powerpoint/2012/main">
        <p15:guide id="1" pos="456">
          <p15:clr>
            <a:srgbClr val="FBAE40"/>
          </p15:clr>
        </p15:guide>
        <p15:guide id="2" pos="7224">
          <p15:clr>
            <a:srgbClr val="FBAE40"/>
          </p15:clr>
        </p15:guide>
        <p15:guide id="3" orient="horz" pos="840">
          <p15:clr>
            <a:srgbClr val="FBAE40"/>
          </p15:clr>
        </p15:guide>
        <p15:guide id="4" orient="horz" pos="386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Nav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3F5DAB-D703-7675-89E2-EF3BBF643086}"/>
              </a:ext>
              <a:ext uri="{C183D7F6-B498-43B3-948B-1728B52AA6E4}">
                <adec:decorative xmlns:adec="http://schemas.microsoft.com/office/drawing/2017/decorative" val="1"/>
              </a:ext>
            </a:extLst>
          </p:cNvPr>
          <p:cNvSpPr/>
          <p:nvPr/>
        </p:nvSpPr>
        <p:spPr>
          <a:xfrm>
            <a:off x="9944100" y="-49924"/>
            <a:ext cx="2247900" cy="6957848"/>
          </a:xfrm>
          <a:prstGeom prst="rect">
            <a:avLst/>
          </a:prstGeom>
          <a:solidFill>
            <a:schemeClr val="tx1"/>
          </a:solidFill>
          <a:ln w="190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itle 16"/>
          <p:cNvSpPr>
            <a:spLocks noGrp="1"/>
          </p:cNvSpPr>
          <p:nvPr>
            <p:ph type="title"/>
          </p:nvPr>
        </p:nvSpPr>
        <p:spPr>
          <a:xfrm>
            <a:off x="619200" y="342900"/>
            <a:ext cx="8361984" cy="640080"/>
          </a:xfrm>
        </p:spPr>
        <p:txBody>
          <a:bodyPr anchor="ctr"/>
          <a:lstStyle>
            <a:lvl1pPr>
              <a:defRPr sz="3200"/>
            </a:lvl1pPr>
          </a:lstStyle>
          <a:p>
            <a:r>
              <a:rPr lang="en-US"/>
              <a:t>Click to edit Master title style</a:t>
            </a:r>
            <a:endParaRPr lang="en-US" dirty="0"/>
          </a:p>
        </p:txBody>
      </p:sp>
      <p:sp>
        <p:nvSpPr>
          <p:cNvPr id="3" name="Rectangle 2">
            <a:extLst>
              <a:ext uri="{FF2B5EF4-FFF2-40B4-BE49-F238E27FC236}">
                <a16:creationId xmlns:a16="http://schemas.microsoft.com/office/drawing/2014/main" id="{017C354E-487A-94F0-075E-D7FFF34C6033}"/>
              </a:ext>
              <a:ext uri="{C183D7F6-B498-43B3-948B-1728B52AA6E4}">
                <adec:decorative xmlns:adec="http://schemas.microsoft.com/office/drawing/2017/decorative" val="1"/>
              </a:ext>
            </a:extLst>
          </p:cNvPr>
          <p:cNvSpPr/>
          <p:nvPr/>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ontent Placeholder 32">
            <a:extLst>
              <a:ext uri="{FF2B5EF4-FFF2-40B4-BE49-F238E27FC236}">
                <a16:creationId xmlns:a16="http://schemas.microsoft.com/office/drawing/2014/main" id="{D6FC11F1-0D9D-5809-52E6-E7C294469934}"/>
              </a:ext>
            </a:extLst>
          </p:cNvPr>
          <p:cNvSpPr>
            <a:spLocks noGrp="1"/>
          </p:cNvSpPr>
          <p:nvPr>
            <p:ph sz="quarter" idx="11"/>
          </p:nvPr>
        </p:nvSpPr>
        <p:spPr>
          <a:xfrm>
            <a:off x="619201" y="1810319"/>
            <a:ext cx="8361984" cy="3850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A9B1EAB3-5A0A-B598-60D0-1FCDC29D73BC}"/>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29794" y="342900"/>
            <a:ext cx="819305" cy="640080"/>
          </a:xfrm>
          <a:prstGeom prst="rect">
            <a:avLst/>
          </a:prstGeom>
        </p:spPr>
      </p:pic>
      <p:sp>
        <p:nvSpPr>
          <p:cNvPr id="7" name="Text Placeholder 8">
            <a:extLst>
              <a:ext uri="{FF2B5EF4-FFF2-40B4-BE49-F238E27FC236}">
                <a16:creationId xmlns:a16="http://schemas.microsoft.com/office/drawing/2014/main" id="{0CA15002-8976-BBD9-7C35-45298ED834EE}"/>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2" name="Slide Number Placeholder 2">
            <a:extLst>
              <a:ext uri="{FF2B5EF4-FFF2-40B4-BE49-F238E27FC236}">
                <a16:creationId xmlns:a16="http://schemas.microsoft.com/office/drawing/2014/main" id="{E58EEC99-0F59-F9CB-CA29-1CE02919E7B3}"/>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bg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1765924307"/>
      </p:ext>
    </p:extLst>
  </p:cSld>
  <p:clrMapOvr>
    <a:masterClrMapping/>
  </p:clrMapOvr>
  <p:extLst>
    <p:ext uri="{DCECCB84-F9BA-43D5-87BE-67443E8EF086}">
      <p15:sldGuideLst xmlns:p15="http://schemas.microsoft.com/office/powerpoint/2012/main">
        <p15:guide id="1" pos="456">
          <p15:clr>
            <a:srgbClr val="FBAE40"/>
          </p15:clr>
        </p15:guide>
        <p15:guide id="2" pos="7224">
          <p15:clr>
            <a:srgbClr val="FBAE40"/>
          </p15:clr>
        </p15:guide>
        <p15:guide id="3" orient="horz" pos="840">
          <p15:clr>
            <a:srgbClr val="FBAE40"/>
          </p15:clr>
        </p15:guide>
        <p15:guide id="4" orient="horz" pos="386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Blank Area">
    <p:spTree>
      <p:nvGrpSpPr>
        <p:cNvPr id="1" name=""/>
        <p:cNvGrpSpPr/>
        <p:nvPr/>
      </p:nvGrpSpPr>
      <p:grpSpPr>
        <a:xfrm>
          <a:off x="0" y="0"/>
          <a:ext cx="0" cy="0"/>
          <a:chOff x="0" y="0"/>
          <a:chExt cx="0" cy="0"/>
        </a:xfrm>
      </p:grpSpPr>
      <p:sp>
        <p:nvSpPr>
          <p:cNvPr id="26" name="Title 16"/>
          <p:cNvSpPr>
            <a:spLocks noGrp="1"/>
          </p:cNvSpPr>
          <p:nvPr>
            <p:ph type="title"/>
          </p:nvPr>
        </p:nvSpPr>
        <p:spPr>
          <a:xfrm>
            <a:off x="619200" y="342900"/>
            <a:ext cx="10052264" cy="640080"/>
          </a:xfrm>
        </p:spPr>
        <p:txBody>
          <a:bodyPr anchor="ctr"/>
          <a:lstStyle>
            <a:lvl1pPr>
              <a:defRPr sz="3200"/>
            </a:lvl1pPr>
          </a:lstStyle>
          <a:p>
            <a:r>
              <a:rPr lang="en-US"/>
              <a:t>Click to edit Master title style</a:t>
            </a:r>
            <a:endParaRPr lang="en-US" dirty="0"/>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2" name="Text Placeholder 8">
            <a:extLst>
              <a:ext uri="{FF2B5EF4-FFF2-40B4-BE49-F238E27FC236}">
                <a16:creationId xmlns:a16="http://schemas.microsoft.com/office/drawing/2014/main" id="{2B5E4647-BA5F-D64B-F0EB-098CD5D666AB}"/>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9" name="Slide Number Placeholder 2">
            <a:extLst>
              <a:ext uri="{FF2B5EF4-FFF2-40B4-BE49-F238E27FC236}">
                <a16:creationId xmlns:a16="http://schemas.microsoft.com/office/drawing/2014/main" id="{51B0B562-B6BD-09E9-42B4-146C6EFC68CE}"/>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3254129346"/>
      </p:ext>
    </p:extLst>
  </p:cSld>
  <p:clrMapOvr>
    <a:masterClrMapping/>
  </p:clrMapOvr>
  <p:extLst>
    <p:ext uri="{DCECCB84-F9BA-43D5-87BE-67443E8EF086}">
      <p15:sldGuideLst xmlns:p15="http://schemas.microsoft.com/office/powerpoint/2012/main">
        <p15:guide id="1" pos="456">
          <p15:clr>
            <a:srgbClr val="FBAE40"/>
          </p15:clr>
        </p15:guide>
        <p15:guide id="2" pos="7224">
          <p15:clr>
            <a:srgbClr val="FBAE40"/>
          </p15:clr>
        </p15:guide>
        <p15:guide id="3" orient="horz" pos="840">
          <p15:clr>
            <a:srgbClr val="FBAE40"/>
          </p15:clr>
        </p15:guide>
        <p15:guide id="4" orient="horz" pos="386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Large Photo">
    <p:spTree>
      <p:nvGrpSpPr>
        <p:cNvPr id="1" name=""/>
        <p:cNvGrpSpPr/>
        <p:nvPr/>
      </p:nvGrpSpPr>
      <p:grpSpPr>
        <a:xfrm>
          <a:off x="0" y="0"/>
          <a:ext cx="0" cy="0"/>
          <a:chOff x="0" y="0"/>
          <a:chExt cx="0" cy="0"/>
        </a:xfrm>
      </p:grpSpPr>
      <p:sp>
        <p:nvSpPr>
          <p:cNvPr id="26" name="Title 16"/>
          <p:cNvSpPr>
            <a:spLocks noGrp="1"/>
          </p:cNvSpPr>
          <p:nvPr>
            <p:ph type="title"/>
          </p:nvPr>
        </p:nvSpPr>
        <p:spPr>
          <a:xfrm>
            <a:off x="612000" y="342900"/>
            <a:ext cx="10059464" cy="640080"/>
          </a:xfrm>
        </p:spPr>
        <p:txBody>
          <a:bodyPr anchor="ctr"/>
          <a:lstStyle>
            <a:lvl1pPr>
              <a:defRPr sz="3200"/>
            </a:lvl1pPr>
          </a:lstStyle>
          <a:p>
            <a:r>
              <a:rPr lang="en-US"/>
              <a:t>Click to edit Master title style</a:t>
            </a:r>
            <a:endParaRPr lang="en-US" dirty="0"/>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14" name="Rectangle 13">
            <a:extLst>
              <a:ext uri="{FF2B5EF4-FFF2-40B4-BE49-F238E27FC236}">
                <a16:creationId xmlns:a16="http://schemas.microsoft.com/office/drawing/2014/main" id="{113F40B6-03C6-3835-4D86-8CB4825EE2F3}"/>
              </a:ext>
              <a:ext uri="{C183D7F6-B498-43B3-948B-1728B52AA6E4}">
                <adec:decorative xmlns:adec="http://schemas.microsoft.com/office/drawing/2017/decorative" val="1"/>
              </a:ext>
            </a:extLst>
          </p:cNvPr>
          <p:cNvSpPr/>
          <p:nvPr/>
        </p:nvSpPr>
        <p:spPr>
          <a:xfrm>
            <a:off x="0" y="3975100"/>
            <a:ext cx="12192000" cy="28829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a:extLst>
              <a:ext uri="{FF2B5EF4-FFF2-40B4-BE49-F238E27FC236}">
                <a16:creationId xmlns:a16="http://schemas.microsoft.com/office/drawing/2014/main" id="{8E1F8AA9-3ABC-8393-55B6-E10796038AB4}"/>
              </a:ext>
            </a:extLst>
          </p:cNvPr>
          <p:cNvSpPr>
            <a:spLocks noGrp="1"/>
          </p:cNvSpPr>
          <p:nvPr>
            <p:ph type="pic" sz="quarter" idx="12"/>
          </p:nvPr>
        </p:nvSpPr>
        <p:spPr>
          <a:xfrm>
            <a:off x="612000" y="1810319"/>
            <a:ext cx="10823255" cy="4323781"/>
          </a:xfrm>
        </p:spPr>
        <p:txBody>
          <a:bodyPr/>
          <a:lstStyle/>
          <a:p>
            <a:r>
              <a:rPr lang="en-US"/>
              <a:t>Click icon to add picture</a:t>
            </a:r>
          </a:p>
        </p:txBody>
      </p:sp>
      <p:sp>
        <p:nvSpPr>
          <p:cNvPr id="6" name="Text Placeholder 8">
            <a:extLst>
              <a:ext uri="{FF2B5EF4-FFF2-40B4-BE49-F238E27FC236}">
                <a16:creationId xmlns:a16="http://schemas.microsoft.com/office/drawing/2014/main" id="{06B6EFFD-1C8F-C226-15FE-CA04F80522EE}"/>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2" name="Slide Number Placeholder 2">
            <a:extLst>
              <a:ext uri="{FF2B5EF4-FFF2-40B4-BE49-F238E27FC236}">
                <a16:creationId xmlns:a16="http://schemas.microsoft.com/office/drawing/2014/main" id="{B688156F-D9FC-7DA6-4C3E-126AC7FA7B5F}"/>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
        <p:nvSpPr>
          <p:cNvPr id="3" name="Rectangle 2">
            <a:extLst>
              <a:ext uri="{FF2B5EF4-FFF2-40B4-BE49-F238E27FC236}">
                <a16:creationId xmlns:a16="http://schemas.microsoft.com/office/drawing/2014/main" id="{5D62D018-0AB8-A858-5849-180894E1689D}"/>
              </a:ext>
              <a:ext uri="{C183D7F6-B498-43B3-948B-1728B52AA6E4}">
                <adec:decorative xmlns:adec="http://schemas.microsoft.com/office/drawing/2017/decorative" val="1"/>
              </a:ext>
            </a:extLst>
          </p:cNvPr>
          <p:cNvSpPr/>
          <p:nvPr/>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96189299"/>
      </p:ext>
    </p:extLst>
  </p:cSld>
  <p:clrMapOvr>
    <a:masterClrMapping/>
  </p:clrMapOvr>
  <p:extLst>
    <p:ext uri="{DCECCB84-F9BA-43D5-87BE-67443E8EF086}">
      <p15:sldGuideLst xmlns:p15="http://schemas.microsoft.com/office/powerpoint/2012/main">
        <p15:guide id="1" pos="456">
          <p15:clr>
            <a:srgbClr val="FBAE40"/>
          </p15:clr>
        </p15:guide>
        <p15:guide id="2" pos="7224">
          <p15:clr>
            <a:srgbClr val="FBAE40"/>
          </p15:clr>
        </p15:guide>
        <p15:guide id="3" orient="horz" pos="840">
          <p15:clr>
            <a:srgbClr val="FBAE40"/>
          </p15:clr>
        </p15:guide>
        <p15:guide id="4" orient="horz" pos="386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Full Photo">
    <p:spTree>
      <p:nvGrpSpPr>
        <p:cNvPr id="1" name=""/>
        <p:cNvGrpSpPr/>
        <p:nvPr/>
      </p:nvGrpSpPr>
      <p:grpSpPr>
        <a:xfrm>
          <a:off x="0" y="0"/>
          <a:ext cx="0" cy="0"/>
          <a:chOff x="0" y="0"/>
          <a:chExt cx="0" cy="0"/>
        </a:xfrm>
      </p:grpSpPr>
      <p:sp>
        <p:nvSpPr>
          <p:cNvPr id="4" name="Picture Placeholder 5"/>
          <p:cNvSpPr>
            <a:spLocks noGrp="1"/>
          </p:cNvSpPr>
          <p:nvPr>
            <p:ph type="pic" sz="quarter" idx="10"/>
          </p:nvPr>
        </p:nvSpPr>
        <p:spPr>
          <a:xfrm>
            <a:off x="0" y="0"/>
            <a:ext cx="12192000" cy="6858000"/>
          </a:xfrm>
        </p:spPr>
        <p:txBody>
          <a:bodyPr/>
          <a:lstStyle/>
          <a:p>
            <a:r>
              <a:rPr lang="en-US"/>
              <a:t>Click icon to add picture</a:t>
            </a:r>
            <a:endParaRPr lang="en-US" dirty="0"/>
          </a:p>
        </p:txBody>
      </p:sp>
    </p:spTree>
    <p:extLst>
      <p:ext uri="{BB962C8B-B14F-4D97-AF65-F5344CB8AC3E}">
        <p14:creationId xmlns:p14="http://schemas.microsoft.com/office/powerpoint/2010/main" val="927406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2 Photo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83BC2A8-CBFD-3CCE-A999-591ADF315A9F}"/>
              </a:ext>
              <a:ext uri="{C183D7F6-B498-43B3-948B-1728B52AA6E4}">
                <adec:decorative xmlns:adec="http://schemas.microsoft.com/office/drawing/2017/decorative" val="1"/>
              </a:ext>
            </a:extLst>
          </p:cNvPr>
          <p:cNvSpPr/>
          <p:nvPr/>
        </p:nvSpPr>
        <p:spPr>
          <a:xfrm>
            <a:off x="9944100" y="6134100"/>
            <a:ext cx="2247900" cy="7239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3">
            <a:extLst>
              <a:ext uri="{FF2B5EF4-FFF2-40B4-BE49-F238E27FC236}">
                <a16:creationId xmlns:a16="http://schemas.microsoft.com/office/drawing/2014/main" id="{5A90E2B3-7DF6-48B8-024D-90DD7198EB6F}"/>
              </a:ext>
            </a:extLst>
          </p:cNvPr>
          <p:cNvSpPr>
            <a:spLocks noGrp="1"/>
          </p:cNvSpPr>
          <p:nvPr>
            <p:ph type="pic" sz="quarter" idx="16"/>
          </p:nvPr>
        </p:nvSpPr>
        <p:spPr>
          <a:xfrm>
            <a:off x="0" y="0"/>
            <a:ext cx="6050280" cy="6858000"/>
          </a:xfrm>
        </p:spPr>
        <p:txBody>
          <a:bodyPr/>
          <a:lstStyle/>
          <a:p>
            <a:r>
              <a:rPr lang="en-US"/>
              <a:t>Click icon to add picture</a:t>
            </a:r>
          </a:p>
        </p:txBody>
      </p:sp>
      <p:sp>
        <p:nvSpPr>
          <p:cNvPr id="9" name="Picture Placeholder 3">
            <a:extLst>
              <a:ext uri="{FF2B5EF4-FFF2-40B4-BE49-F238E27FC236}">
                <a16:creationId xmlns:a16="http://schemas.microsoft.com/office/drawing/2014/main" id="{9E5C1591-D945-4BF3-1475-9B308E22B229}"/>
              </a:ext>
            </a:extLst>
          </p:cNvPr>
          <p:cNvSpPr>
            <a:spLocks noGrp="1"/>
          </p:cNvSpPr>
          <p:nvPr>
            <p:ph type="pic" sz="quarter" idx="15"/>
          </p:nvPr>
        </p:nvSpPr>
        <p:spPr>
          <a:xfrm>
            <a:off x="6141720" y="0"/>
            <a:ext cx="6050280" cy="6134100"/>
          </a:xfrm>
        </p:spPr>
        <p:txBody>
          <a:bodyPr/>
          <a:lstStyle/>
          <a:p>
            <a:r>
              <a:rPr lang="en-US"/>
              <a:t>Click icon to add picture</a:t>
            </a:r>
          </a:p>
        </p:txBody>
      </p:sp>
      <p:sp>
        <p:nvSpPr>
          <p:cNvPr id="2" name="Slide Number Placeholder 2">
            <a:extLst>
              <a:ext uri="{FF2B5EF4-FFF2-40B4-BE49-F238E27FC236}">
                <a16:creationId xmlns:a16="http://schemas.microsoft.com/office/drawing/2014/main" id="{58A2778D-DB38-EC78-3942-C7CCE2D02E8B}"/>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3547449626"/>
      </p:ext>
    </p:extLst>
  </p:cSld>
  <p:clrMapOvr>
    <a:masterClrMapping/>
  </p:clrMapOvr>
  <p:extLst>
    <p:ext uri="{DCECCB84-F9BA-43D5-87BE-67443E8EF086}">
      <p15:sldGuideLst xmlns:p15="http://schemas.microsoft.com/office/powerpoint/2012/main">
        <p15:guide id="1" pos="456">
          <p15:clr>
            <a:srgbClr val="FBAE40"/>
          </p15:clr>
        </p15:guide>
        <p15:guide id="2" pos="7224">
          <p15:clr>
            <a:srgbClr val="FBAE40"/>
          </p15:clr>
        </p15:guide>
        <p15:guide id="3" orient="horz" pos="840">
          <p15:clr>
            <a:srgbClr val="FBAE40"/>
          </p15:clr>
        </p15:guide>
        <p15:guide id="4" orient="horz" pos="3864">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3 Photos">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22FE7E67-0EC3-368B-F114-F28E49BA3D12}"/>
              </a:ext>
            </a:extLst>
          </p:cNvPr>
          <p:cNvSpPr>
            <a:spLocks noGrp="1"/>
          </p:cNvSpPr>
          <p:nvPr>
            <p:ph type="pic" sz="quarter" idx="17"/>
          </p:nvPr>
        </p:nvSpPr>
        <p:spPr>
          <a:xfrm>
            <a:off x="0" y="0"/>
            <a:ext cx="6050280" cy="3383280"/>
          </a:xfrm>
        </p:spPr>
        <p:txBody>
          <a:bodyPr/>
          <a:lstStyle/>
          <a:p>
            <a:r>
              <a:rPr lang="en-US"/>
              <a:t>Click icon to add picture</a:t>
            </a:r>
          </a:p>
        </p:txBody>
      </p:sp>
      <p:sp>
        <p:nvSpPr>
          <p:cNvPr id="10" name="Picture Placeholder 3">
            <a:extLst>
              <a:ext uri="{FF2B5EF4-FFF2-40B4-BE49-F238E27FC236}">
                <a16:creationId xmlns:a16="http://schemas.microsoft.com/office/drawing/2014/main" id="{5A90E2B3-7DF6-48B8-024D-90DD7198EB6F}"/>
              </a:ext>
            </a:extLst>
          </p:cNvPr>
          <p:cNvSpPr>
            <a:spLocks noGrp="1"/>
          </p:cNvSpPr>
          <p:nvPr>
            <p:ph type="pic" sz="quarter" idx="16"/>
          </p:nvPr>
        </p:nvSpPr>
        <p:spPr>
          <a:xfrm>
            <a:off x="0" y="3474720"/>
            <a:ext cx="6050280" cy="3383280"/>
          </a:xfrm>
        </p:spPr>
        <p:txBody>
          <a:bodyPr/>
          <a:lstStyle/>
          <a:p>
            <a:r>
              <a:rPr lang="en-US"/>
              <a:t>Click icon to add picture</a:t>
            </a:r>
          </a:p>
        </p:txBody>
      </p:sp>
      <p:sp>
        <p:nvSpPr>
          <p:cNvPr id="9" name="Picture Placeholder 3">
            <a:extLst>
              <a:ext uri="{FF2B5EF4-FFF2-40B4-BE49-F238E27FC236}">
                <a16:creationId xmlns:a16="http://schemas.microsoft.com/office/drawing/2014/main" id="{9E5C1591-D945-4BF3-1475-9B308E22B229}"/>
              </a:ext>
            </a:extLst>
          </p:cNvPr>
          <p:cNvSpPr>
            <a:spLocks noGrp="1"/>
          </p:cNvSpPr>
          <p:nvPr>
            <p:ph type="pic" sz="quarter" idx="15"/>
          </p:nvPr>
        </p:nvSpPr>
        <p:spPr>
          <a:xfrm>
            <a:off x="6141720" y="0"/>
            <a:ext cx="6050280" cy="6134100"/>
          </a:xfrm>
        </p:spPr>
        <p:txBody>
          <a:bodyPr/>
          <a:lstStyle/>
          <a:p>
            <a:r>
              <a:rPr lang="en-US"/>
              <a:t>Click icon to add picture</a:t>
            </a:r>
          </a:p>
        </p:txBody>
      </p:sp>
      <p:sp>
        <p:nvSpPr>
          <p:cNvPr id="11" name="Rectangle 10">
            <a:extLst>
              <a:ext uri="{FF2B5EF4-FFF2-40B4-BE49-F238E27FC236}">
                <a16:creationId xmlns:a16="http://schemas.microsoft.com/office/drawing/2014/main" id="{84F92D9E-F912-2CD3-A71A-E6B136E48EC4}"/>
              </a:ext>
              <a:ext uri="{C183D7F6-B498-43B3-948B-1728B52AA6E4}">
                <adec:decorative xmlns:adec="http://schemas.microsoft.com/office/drawing/2017/decorative" val="1"/>
              </a:ext>
            </a:extLst>
          </p:cNvPr>
          <p:cNvSpPr/>
          <p:nvPr/>
        </p:nvSpPr>
        <p:spPr>
          <a:xfrm>
            <a:off x="9944100" y="6134100"/>
            <a:ext cx="2247900" cy="7239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2">
            <a:extLst>
              <a:ext uri="{FF2B5EF4-FFF2-40B4-BE49-F238E27FC236}">
                <a16:creationId xmlns:a16="http://schemas.microsoft.com/office/drawing/2014/main" id="{D4AB92B3-898A-A6DE-73F8-00700AADE042}"/>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2111339419"/>
      </p:ext>
    </p:extLst>
  </p:cSld>
  <p:clrMapOvr>
    <a:masterClrMapping/>
  </p:clrMapOvr>
  <p:extLst>
    <p:ext uri="{DCECCB84-F9BA-43D5-87BE-67443E8EF086}">
      <p15:sldGuideLst xmlns:p15="http://schemas.microsoft.com/office/powerpoint/2012/main">
        <p15:guide id="1" pos="456">
          <p15:clr>
            <a:srgbClr val="FBAE40"/>
          </p15:clr>
        </p15:guide>
        <p15:guide id="2" pos="7224">
          <p15:clr>
            <a:srgbClr val="FBAE40"/>
          </p15:clr>
        </p15:guide>
        <p15:guide id="3" orient="horz" pos="840">
          <p15:clr>
            <a:srgbClr val="FBAE40"/>
          </p15:clr>
        </p15:guide>
        <p15:guide id="4" orient="horz" pos="386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4 Photo Grid">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22FE7E67-0EC3-368B-F114-F28E49BA3D12}"/>
              </a:ext>
            </a:extLst>
          </p:cNvPr>
          <p:cNvSpPr>
            <a:spLocks noGrp="1"/>
          </p:cNvSpPr>
          <p:nvPr>
            <p:ph type="pic" sz="quarter" idx="17"/>
          </p:nvPr>
        </p:nvSpPr>
        <p:spPr>
          <a:xfrm>
            <a:off x="0" y="-1"/>
            <a:ext cx="6050280" cy="3243575"/>
          </a:xfrm>
        </p:spPr>
        <p:txBody>
          <a:bodyPr/>
          <a:lstStyle/>
          <a:p>
            <a:r>
              <a:rPr lang="en-US"/>
              <a:t>Click icon to add picture</a:t>
            </a:r>
          </a:p>
        </p:txBody>
      </p:sp>
      <p:sp>
        <p:nvSpPr>
          <p:cNvPr id="5" name="Picture Placeholder 3">
            <a:extLst>
              <a:ext uri="{FF2B5EF4-FFF2-40B4-BE49-F238E27FC236}">
                <a16:creationId xmlns:a16="http://schemas.microsoft.com/office/drawing/2014/main" id="{475D593E-B01C-1B5C-0FC6-2AA03ADC8550}"/>
              </a:ext>
            </a:extLst>
          </p:cNvPr>
          <p:cNvSpPr>
            <a:spLocks noGrp="1"/>
          </p:cNvSpPr>
          <p:nvPr>
            <p:ph type="pic" sz="quarter" idx="19"/>
          </p:nvPr>
        </p:nvSpPr>
        <p:spPr>
          <a:xfrm>
            <a:off x="6141722" y="-1"/>
            <a:ext cx="6050280" cy="3243575"/>
          </a:xfrm>
        </p:spPr>
        <p:txBody>
          <a:bodyPr/>
          <a:lstStyle/>
          <a:p>
            <a:r>
              <a:rPr lang="en-US"/>
              <a:t>Click icon to add picture</a:t>
            </a:r>
          </a:p>
        </p:txBody>
      </p:sp>
      <p:sp>
        <p:nvSpPr>
          <p:cNvPr id="9" name="Rectangle 8">
            <a:extLst>
              <a:ext uri="{FF2B5EF4-FFF2-40B4-BE49-F238E27FC236}">
                <a16:creationId xmlns:a16="http://schemas.microsoft.com/office/drawing/2014/main" id="{A794F954-8FD3-E89A-095D-E0BAD7002538}"/>
              </a:ext>
              <a:ext uri="{C183D7F6-B498-43B3-948B-1728B52AA6E4}">
                <adec:decorative xmlns:adec="http://schemas.microsoft.com/office/drawing/2017/decorative" val="1"/>
              </a:ext>
            </a:extLst>
          </p:cNvPr>
          <p:cNvSpPr/>
          <p:nvPr/>
        </p:nvSpPr>
        <p:spPr>
          <a:xfrm>
            <a:off x="9944100" y="6134100"/>
            <a:ext cx="2247900" cy="7239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3">
            <a:extLst>
              <a:ext uri="{FF2B5EF4-FFF2-40B4-BE49-F238E27FC236}">
                <a16:creationId xmlns:a16="http://schemas.microsoft.com/office/drawing/2014/main" id="{5A90E2B3-7DF6-48B8-024D-90DD7198EB6F}"/>
              </a:ext>
            </a:extLst>
          </p:cNvPr>
          <p:cNvSpPr>
            <a:spLocks noGrp="1"/>
          </p:cNvSpPr>
          <p:nvPr>
            <p:ph type="pic" sz="quarter" idx="16"/>
          </p:nvPr>
        </p:nvSpPr>
        <p:spPr>
          <a:xfrm>
            <a:off x="0" y="3335015"/>
            <a:ext cx="6050280" cy="2799085"/>
          </a:xfrm>
        </p:spPr>
        <p:txBody>
          <a:bodyPr/>
          <a:lstStyle/>
          <a:p>
            <a:r>
              <a:rPr lang="en-US"/>
              <a:t>Click icon to add picture</a:t>
            </a:r>
          </a:p>
        </p:txBody>
      </p:sp>
      <p:sp>
        <p:nvSpPr>
          <p:cNvPr id="4" name="Picture Placeholder 3">
            <a:extLst>
              <a:ext uri="{FF2B5EF4-FFF2-40B4-BE49-F238E27FC236}">
                <a16:creationId xmlns:a16="http://schemas.microsoft.com/office/drawing/2014/main" id="{1117B4F1-48C2-F18F-6D10-79C17D58A999}"/>
              </a:ext>
            </a:extLst>
          </p:cNvPr>
          <p:cNvSpPr>
            <a:spLocks noGrp="1"/>
          </p:cNvSpPr>
          <p:nvPr>
            <p:ph type="pic" sz="quarter" idx="18"/>
          </p:nvPr>
        </p:nvSpPr>
        <p:spPr>
          <a:xfrm>
            <a:off x="6141722" y="3335015"/>
            <a:ext cx="6050280" cy="2799085"/>
          </a:xfrm>
        </p:spPr>
        <p:txBody>
          <a:bodyPr/>
          <a:lstStyle/>
          <a:p>
            <a:r>
              <a:rPr lang="en-US"/>
              <a:t>Click icon to add picture</a:t>
            </a:r>
          </a:p>
        </p:txBody>
      </p:sp>
      <p:sp>
        <p:nvSpPr>
          <p:cNvPr id="11" name="TextBox 10">
            <a:extLst>
              <a:ext uri="{FF2B5EF4-FFF2-40B4-BE49-F238E27FC236}">
                <a16:creationId xmlns:a16="http://schemas.microsoft.com/office/drawing/2014/main" id="{4C1E7C4D-5152-08A0-4FC8-FD1516DB9B63}"/>
              </a:ext>
              <a:ext uri="{C183D7F6-B498-43B3-948B-1728B52AA6E4}">
                <adec:decorative xmlns:adec="http://schemas.microsoft.com/office/drawing/2017/decorative" val="1"/>
              </a:ext>
            </a:extLst>
          </p:cNvPr>
          <p:cNvSpPr txBox="1"/>
          <p:nvPr/>
        </p:nvSpPr>
        <p:spPr>
          <a:xfrm>
            <a:off x="723900" y="6365245"/>
            <a:ext cx="6462656" cy="261610"/>
          </a:xfrm>
          <a:prstGeom prst="rect">
            <a:avLst/>
          </a:prstGeom>
          <a:noFill/>
        </p:spPr>
        <p:txBody>
          <a:bodyPr wrap="square" rtlCol="0">
            <a:spAutoFit/>
          </a:bodyPr>
          <a:lstStyle/>
          <a:p>
            <a:r>
              <a:rPr lang="en-US" sz="1100" b="0" i="0" spc="0" baseline="0" dirty="0">
                <a:solidFill>
                  <a:schemeClr val="tx1"/>
                </a:solidFill>
                <a:latin typeface="Arial" panose="020B0604020202020204" pitchFamily="34" charset="0"/>
                <a:ea typeface="Source Serif 4 Medium" panose="02040603050405020204" pitchFamily="18" charset="0"/>
                <a:cs typeface="Arial" panose="020B0604020202020204" pitchFamily="34" charset="0"/>
              </a:rPr>
              <a:t>University, Division or Unit Name Goes Here</a:t>
            </a:r>
          </a:p>
        </p:txBody>
      </p:sp>
      <p:sp>
        <p:nvSpPr>
          <p:cNvPr id="12" name="Slide Number Placeholder 2">
            <a:extLst>
              <a:ext uri="{FF2B5EF4-FFF2-40B4-BE49-F238E27FC236}">
                <a16:creationId xmlns:a16="http://schemas.microsoft.com/office/drawing/2014/main" id="{1C01A2D9-4B30-21C7-FD6B-61DD9EC1FA02}"/>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3033081532"/>
      </p:ext>
    </p:extLst>
  </p:cSld>
  <p:clrMapOvr>
    <a:masterClrMapping/>
  </p:clrMapOvr>
  <p:extLst>
    <p:ext uri="{DCECCB84-F9BA-43D5-87BE-67443E8EF086}">
      <p15:sldGuideLst xmlns:p15="http://schemas.microsoft.com/office/powerpoint/2012/main">
        <p15:guide id="1" pos="456">
          <p15:clr>
            <a:srgbClr val="FBAE40"/>
          </p15:clr>
        </p15:guide>
        <p15:guide id="2" pos="7224">
          <p15:clr>
            <a:srgbClr val="FBAE40"/>
          </p15:clr>
        </p15:guide>
        <p15:guide id="3" orient="horz" pos="840">
          <p15:clr>
            <a:srgbClr val="FBAE40"/>
          </p15:clr>
        </p15:guide>
        <p15:guide id="4" orient="horz" pos="386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4 Photo Galler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0EE3BA1-F4E4-B0E3-EDF3-A8D6798E6CE9}"/>
              </a:ext>
              <a:ext uri="{C183D7F6-B498-43B3-948B-1728B52AA6E4}">
                <adec:decorative xmlns:adec="http://schemas.microsoft.com/office/drawing/2017/decorative" val="1"/>
              </a:ext>
            </a:extLst>
          </p:cNvPr>
          <p:cNvSpPr/>
          <p:nvPr/>
        </p:nvSpPr>
        <p:spPr>
          <a:xfrm>
            <a:off x="9944100" y="6134100"/>
            <a:ext cx="2247900" cy="7239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B4739EF-0BF5-50F5-831B-3FE192AAED8C}"/>
              </a:ext>
              <a:ext uri="{C183D7F6-B498-43B3-948B-1728B52AA6E4}">
                <adec:decorative xmlns:adec="http://schemas.microsoft.com/office/drawing/2017/decorative" val="1"/>
              </a:ext>
            </a:extLst>
          </p:cNvPr>
          <p:cNvSpPr/>
          <p:nvPr/>
        </p:nvSpPr>
        <p:spPr>
          <a:xfrm>
            <a:off x="-2" y="1459"/>
            <a:ext cx="4078388" cy="4758548"/>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4" name="Picture Placeholder 3">
            <a:extLst>
              <a:ext uri="{FF2B5EF4-FFF2-40B4-BE49-F238E27FC236}">
                <a16:creationId xmlns:a16="http://schemas.microsoft.com/office/drawing/2014/main" id="{9C761E72-09D4-76DA-092B-B5A330D452C5}"/>
              </a:ext>
            </a:extLst>
          </p:cNvPr>
          <p:cNvSpPr>
            <a:spLocks noGrp="1"/>
          </p:cNvSpPr>
          <p:nvPr>
            <p:ph type="pic" sz="quarter" idx="13"/>
          </p:nvPr>
        </p:nvSpPr>
        <p:spPr>
          <a:xfrm>
            <a:off x="622337" y="337832"/>
            <a:ext cx="2286000" cy="2496808"/>
          </a:xfrm>
        </p:spPr>
        <p:txBody>
          <a:bodyPr/>
          <a:lstStyle/>
          <a:p>
            <a:r>
              <a:rPr lang="en-US"/>
              <a:t>Click icon to add picture</a:t>
            </a:r>
          </a:p>
        </p:txBody>
      </p:sp>
      <p:sp>
        <p:nvSpPr>
          <p:cNvPr id="5" name="Picture Placeholder 3">
            <a:extLst>
              <a:ext uri="{FF2B5EF4-FFF2-40B4-BE49-F238E27FC236}">
                <a16:creationId xmlns:a16="http://schemas.microsoft.com/office/drawing/2014/main" id="{14E6BE11-4A52-1EFB-4210-5B2DA549835E}"/>
              </a:ext>
            </a:extLst>
          </p:cNvPr>
          <p:cNvSpPr>
            <a:spLocks noGrp="1"/>
          </p:cNvSpPr>
          <p:nvPr>
            <p:ph type="pic" sz="quarter" idx="14"/>
          </p:nvPr>
        </p:nvSpPr>
        <p:spPr>
          <a:xfrm>
            <a:off x="3479314" y="337832"/>
            <a:ext cx="2387563" cy="2496808"/>
          </a:xfrm>
        </p:spPr>
        <p:txBody>
          <a:bodyPr/>
          <a:lstStyle/>
          <a:p>
            <a:r>
              <a:rPr lang="en-US"/>
              <a:t>Click icon to add picture</a:t>
            </a:r>
          </a:p>
        </p:txBody>
      </p:sp>
      <p:sp>
        <p:nvSpPr>
          <p:cNvPr id="2" name="Picture Placeholder 3">
            <a:extLst>
              <a:ext uri="{FF2B5EF4-FFF2-40B4-BE49-F238E27FC236}">
                <a16:creationId xmlns:a16="http://schemas.microsoft.com/office/drawing/2014/main" id="{D82B961C-0078-F25B-ADC4-41230630CC3F}"/>
              </a:ext>
            </a:extLst>
          </p:cNvPr>
          <p:cNvSpPr>
            <a:spLocks noGrp="1"/>
          </p:cNvSpPr>
          <p:nvPr>
            <p:ph type="pic" sz="quarter" idx="12"/>
          </p:nvPr>
        </p:nvSpPr>
        <p:spPr>
          <a:xfrm>
            <a:off x="0" y="3381822"/>
            <a:ext cx="5866878" cy="2752278"/>
          </a:xfrm>
        </p:spPr>
        <p:txBody>
          <a:bodyPr/>
          <a:lstStyle/>
          <a:p>
            <a:r>
              <a:rPr lang="en-US"/>
              <a:t>Click icon to add picture</a:t>
            </a:r>
          </a:p>
        </p:txBody>
      </p:sp>
      <p:sp>
        <p:nvSpPr>
          <p:cNvPr id="9" name="Picture Placeholder 3">
            <a:extLst>
              <a:ext uri="{FF2B5EF4-FFF2-40B4-BE49-F238E27FC236}">
                <a16:creationId xmlns:a16="http://schemas.microsoft.com/office/drawing/2014/main" id="{9E5C1591-D945-4BF3-1475-9B308E22B229}"/>
              </a:ext>
            </a:extLst>
          </p:cNvPr>
          <p:cNvSpPr>
            <a:spLocks noGrp="1"/>
          </p:cNvSpPr>
          <p:nvPr>
            <p:ph type="pic" sz="quarter" idx="15"/>
          </p:nvPr>
        </p:nvSpPr>
        <p:spPr>
          <a:xfrm>
            <a:off x="6443324" y="1495586"/>
            <a:ext cx="5765313" cy="4638513"/>
          </a:xfrm>
        </p:spPr>
        <p:txBody>
          <a:bodyPr/>
          <a:lstStyle/>
          <a:p>
            <a:r>
              <a:rPr lang="en-US"/>
              <a:t>Click icon to add picture</a:t>
            </a:r>
          </a:p>
        </p:txBody>
      </p:sp>
      <p:sp>
        <p:nvSpPr>
          <p:cNvPr id="8" name="Text Placeholder 8">
            <a:extLst>
              <a:ext uri="{FF2B5EF4-FFF2-40B4-BE49-F238E27FC236}">
                <a16:creationId xmlns:a16="http://schemas.microsoft.com/office/drawing/2014/main" id="{080CEA01-2304-233B-0E20-309CACEA1177}"/>
              </a:ext>
              <a:ext uri="{C183D7F6-B498-43B3-948B-1728B52AA6E4}">
                <adec:decorative xmlns:adec="http://schemas.microsoft.com/office/drawing/2017/decorative" val="1"/>
              </a:ext>
            </a:extLst>
          </p:cNvPr>
          <p:cNvSpPr>
            <a:spLocks noGrp="1"/>
          </p:cNvSpPr>
          <p:nvPr>
            <p:ph type="body" sz="quarter" idx="16"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10" name="Slide Number Placeholder 2">
            <a:extLst>
              <a:ext uri="{FF2B5EF4-FFF2-40B4-BE49-F238E27FC236}">
                <a16:creationId xmlns:a16="http://schemas.microsoft.com/office/drawing/2014/main" id="{B2E3435A-7B27-3F95-1D78-E8476E00170E}"/>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2062433128"/>
      </p:ext>
    </p:extLst>
  </p:cSld>
  <p:clrMapOvr>
    <a:masterClrMapping/>
  </p:clrMapOvr>
  <p:extLst>
    <p:ext uri="{DCECCB84-F9BA-43D5-87BE-67443E8EF086}">
      <p15:sldGuideLst xmlns:p15="http://schemas.microsoft.com/office/powerpoint/2012/main">
        <p15:guide id="1" pos="456">
          <p15:clr>
            <a:srgbClr val="FBAE40"/>
          </p15:clr>
        </p15:guide>
        <p15:guide id="2" pos="7224">
          <p15:clr>
            <a:srgbClr val="FBAE40"/>
          </p15:clr>
        </p15:guide>
        <p15:guide id="3" orient="horz" pos="840">
          <p15:clr>
            <a:srgbClr val="FBAE40"/>
          </p15:clr>
        </p15:guide>
        <p15:guide id="4" orient="horz" pos="386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First. And For All. Carolina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DFAEB5-6069-584C-9CEF-AD60221C3130}"/>
              </a:ext>
              <a:ext uri="{C183D7F6-B498-43B3-948B-1728B52AA6E4}">
                <adec:decorative xmlns:adec="http://schemas.microsoft.com/office/drawing/2017/decorative" val="1"/>
              </a:ext>
            </a:extLst>
          </p:cNvPr>
          <p:cNvSpPr/>
          <p:nvPr/>
        </p:nvSpPr>
        <p:spPr>
          <a:xfrm>
            <a:off x="0" y="-39414"/>
            <a:ext cx="12192000" cy="6936828"/>
          </a:xfrm>
          <a:prstGeom prst="rect">
            <a:avLst/>
          </a:prstGeom>
          <a:solidFill>
            <a:schemeClr val="accent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Interlocking NC with the tagline, “First. And For All.”">
            <a:extLst>
              <a:ext uri="{FF2B5EF4-FFF2-40B4-BE49-F238E27FC236}">
                <a16:creationId xmlns:a16="http://schemas.microsoft.com/office/drawing/2014/main" id="{7FD56301-4791-760A-929E-C47BF3FBE71D}"/>
              </a:ext>
            </a:extLst>
          </p:cNvPr>
          <p:cNvPicPr>
            <a:picLocks noChangeAspect="1"/>
          </p:cNvPicPr>
          <p:nvPr/>
        </p:nvPicPr>
        <p:blipFill>
          <a:blip r:embed="rId2"/>
          <a:stretch>
            <a:fillRect/>
          </a:stretch>
        </p:blipFill>
        <p:spPr>
          <a:xfrm>
            <a:off x="2358113" y="2790499"/>
            <a:ext cx="7475774" cy="1277001"/>
          </a:xfrm>
          <a:prstGeom prst="rect">
            <a:avLst/>
          </a:prstGeom>
        </p:spPr>
      </p:pic>
    </p:spTree>
    <p:extLst>
      <p:ext uri="{BB962C8B-B14F-4D97-AF65-F5344CB8AC3E}">
        <p14:creationId xmlns:p14="http://schemas.microsoft.com/office/powerpoint/2010/main" val="37667658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irst. And For All. White">
    <p:spTree>
      <p:nvGrpSpPr>
        <p:cNvPr id="1" name=""/>
        <p:cNvGrpSpPr/>
        <p:nvPr/>
      </p:nvGrpSpPr>
      <p:grpSpPr>
        <a:xfrm>
          <a:off x="0" y="0"/>
          <a:ext cx="0" cy="0"/>
          <a:chOff x="0" y="0"/>
          <a:chExt cx="0" cy="0"/>
        </a:xfrm>
      </p:grpSpPr>
      <p:pic>
        <p:nvPicPr>
          <p:cNvPr id="3" name="Picture 2" descr="Interlocking NC with the tagline, “First. And For All.”">
            <a:extLst>
              <a:ext uri="{FF2B5EF4-FFF2-40B4-BE49-F238E27FC236}">
                <a16:creationId xmlns:a16="http://schemas.microsoft.com/office/drawing/2014/main" id="{CF24EAEE-EDDA-D794-7CE7-285C23CD663D}"/>
              </a:ext>
            </a:extLst>
          </p:cNvPr>
          <p:cNvPicPr>
            <a:picLocks noChangeAspect="1"/>
          </p:cNvPicPr>
          <p:nvPr/>
        </p:nvPicPr>
        <p:blipFill>
          <a:blip r:embed="rId2"/>
          <a:srcRect l="-36" r="-36"/>
          <a:stretch>
            <a:fillRect/>
          </a:stretch>
        </p:blipFill>
        <p:spPr>
          <a:xfrm>
            <a:off x="2358113" y="2790499"/>
            <a:ext cx="7475774" cy="1277001"/>
          </a:xfrm>
          <a:prstGeom prst="rect">
            <a:avLst/>
          </a:prstGeom>
        </p:spPr>
      </p:pic>
    </p:spTree>
    <p:extLst>
      <p:ext uri="{BB962C8B-B14F-4D97-AF65-F5344CB8AC3E}">
        <p14:creationId xmlns:p14="http://schemas.microsoft.com/office/powerpoint/2010/main" val="25182041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irst. And For All. Nav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0BBD57-4BEB-D9AF-A1AA-90ACAD3DD793}"/>
              </a:ext>
              <a:ext uri="{C183D7F6-B498-43B3-948B-1728B52AA6E4}">
                <adec:decorative xmlns:adec="http://schemas.microsoft.com/office/drawing/2017/decorative" val="1"/>
              </a:ext>
            </a:extLst>
          </p:cNvPr>
          <p:cNvSpPr/>
          <p:nvPr/>
        </p:nvSpPr>
        <p:spPr>
          <a:xfrm>
            <a:off x="0" y="-39414"/>
            <a:ext cx="12192000" cy="6936828"/>
          </a:xfrm>
          <a:prstGeom prst="rect">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Interlocking NC with the tagline, “First. And For All.”">
            <a:extLst>
              <a:ext uri="{FF2B5EF4-FFF2-40B4-BE49-F238E27FC236}">
                <a16:creationId xmlns:a16="http://schemas.microsoft.com/office/drawing/2014/main" id="{AE1EA31F-B569-0FAB-4C96-503D72343188}"/>
              </a:ext>
            </a:extLst>
          </p:cNvPr>
          <p:cNvPicPr>
            <a:picLocks noChangeAspect="1"/>
          </p:cNvPicPr>
          <p:nvPr/>
        </p:nvPicPr>
        <p:blipFill>
          <a:blip r:embed="rId2"/>
          <a:stretch>
            <a:fillRect/>
          </a:stretch>
        </p:blipFill>
        <p:spPr>
          <a:xfrm>
            <a:off x="2358108" y="2790499"/>
            <a:ext cx="7475777" cy="1277001"/>
          </a:xfrm>
          <a:prstGeom prst="rect">
            <a:avLst/>
          </a:prstGeom>
        </p:spPr>
      </p:pic>
    </p:spTree>
    <p:extLst>
      <p:ext uri="{BB962C8B-B14F-4D97-AF65-F5344CB8AC3E}">
        <p14:creationId xmlns:p14="http://schemas.microsoft.com/office/powerpoint/2010/main" val="8877428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nd Slide with Signature Carolina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DFAEB5-6069-584C-9CEF-AD60221C3130}"/>
              </a:ext>
              <a:ext uri="{C183D7F6-B498-43B3-948B-1728B52AA6E4}">
                <adec:decorative xmlns:adec="http://schemas.microsoft.com/office/drawing/2017/decorative" val="1"/>
              </a:ext>
            </a:extLst>
          </p:cNvPr>
          <p:cNvSpPr/>
          <p:nvPr/>
        </p:nvSpPr>
        <p:spPr>
          <a:xfrm>
            <a:off x="0" y="0"/>
            <a:ext cx="12192000" cy="6947338"/>
          </a:xfrm>
          <a:prstGeom prst="rect">
            <a:avLst/>
          </a:prstGeom>
          <a:solidFill>
            <a:schemeClr val="accent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The University of North Carolina at Chapel Hill">
            <a:extLst>
              <a:ext uri="{FF2B5EF4-FFF2-40B4-BE49-F238E27FC236}">
                <a16:creationId xmlns:a16="http://schemas.microsoft.com/office/drawing/2014/main" id="{03D283E4-8C2B-CA2D-F8A9-2C167FF21242}"/>
              </a:ext>
            </a:extLst>
          </p:cNvPr>
          <p:cNvPicPr>
            <a:picLocks noChangeAspect="1"/>
          </p:cNvPicPr>
          <p:nvPr/>
        </p:nvPicPr>
        <p:blipFill>
          <a:blip r:embed="rId2"/>
          <a:stretch>
            <a:fillRect/>
          </a:stretch>
        </p:blipFill>
        <p:spPr>
          <a:xfrm>
            <a:off x="3949064" y="2759825"/>
            <a:ext cx="4293867" cy="1338348"/>
          </a:xfrm>
          <a:prstGeom prst="rect">
            <a:avLst/>
          </a:prstGeom>
        </p:spPr>
      </p:pic>
    </p:spTree>
    <p:extLst>
      <p:ext uri="{BB962C8B-B14F-4D97-AF65-F5344CB8AC3E}">
        <p14:creationId xmlns:p14="http://schemas.microsoft.com/office/powerpoint/2010/main" val="381410435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nd Slide with Signature White">
    <p:spTree>
      <p:nvGrpSpPr>
        <p:cNvPr id="1" name=""/>
        <p:cNvGrpSpPr/>
        <p:nvPr/>
      </p:nvGrpSpPr>
      <p:grpSpPr>
        <a:xfrm>
          <a:off x="0" y="0"/>
          <a:ext cx="0" cy="0"/>
          <a:chOff x="0" y="0"/>
          <a:chExt cx="0" cy="0"/>
        </a:xfrm>
      </p:grpSpPr>
      <p:pic>
        <p:nvPicPr>
          <p:cNvPr id="3" name="Picture 2" descr="The University of North Carolina at Chapel Hill">
            <a:extLst>
              <a:ext uri="{FF2B5EF4-FFF2-40B4-BE49-F238E27FC236}">
                <a16:creationId xmlns:a16="http://schemas.microsoft.com/office/drawing/2014/main" id="{E15A44BB-BD05-5259-3194-EA1EDADB81ED}"/>
              </a:ext>
            </a:extLst>
          </p:cNvPr>
          <p:cNvPicPr>
            <a:picLocks noChangeAspect="1"/>
          </p:cNvPicPr>
          <p:nvPr/>
        </p:nvPicPr>
        <p:blipFill>
          <a:blip r:embed="rId2"/>
          <a:stretch>
            <a:fillRect/>
          </a:stretch>
        </p:blipFill>
        <p:spPr>
          <a:xfrm>
            <a:off x="3949065" y="2759825"/>
            <a:ext cx="4293870" cy="1338349"/>
          </a:xfrm>
          <a:prstGeom prst="rect">
            <a:avLst/>
          </a:prstGeom>
        </p:spPr>
      </p:pic>
    </p:spTree>
    <p:extLst>
      <p:ext uri="{BB962C8B-B14F-4D97-AF65-F5344CB8AC3E}">
        <p14:creationId xmlns:p14="http://schemas.microsoft.com/office/powerpoint/2010/main" val="4034443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58412-D919-8CA0-0469-6A12FC28B8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2D2803-FBED-7B89-B85A-C0E3F08FBF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4A435F-DF5F-884C-F3FE-B01ADDED19FE}"/>
              </a:ext>
            </a:extLst>
          </p:cNvPr>
          <p:cNvSpPr>
            <a:spLocks noGrp="1"/>
          </p:cNvSpPr>
          <p:nvPr>
            <p:ph type="dt" sz="half" idx="10"/>
          </p:nvPr>
        </p:nvSpPr>
        <p:spPr/>
        <p:txBody>
          <a:bodyPr/>
          <a:lstStyle/>
          <a:p>
            <a:fld id="{435AF3AB-64AD-45F4-A1D1-6EBB87834EC0}" type="datetimeFigureOut">
              <a:rPr lang="en-US" smtClean="0"/>
              <a:t>9/14/2026</a:t>
            </a:fld>
            <a:endParaRPr lang="en-US"/>
          </a:p>
        </p:txBody>
      </p:sp>
      <p:sp>
        <p:nvSpPr>
          <p:cNvPr id="5" name="Footer Placeholder 4">
            <a:extLst>
              <a:ext uri="{FF2B5EF4-FFF2-40B4-BE49-F238E27FC236}">
                <a16:creationId xmlns:a16="http://schemas.microsoft.com/office/drawing/2014/main" id="{8C14F414-6012-C7FD-1756-73A020C121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CD3FF9-571E-3C6C-DF44-34040758FF62}"/>
              </a:ext>
            </a:extLst>
          </p:cNvPr>
          <p:cNvSpPr>
            <a:spLocks noGrp="1"/>
          </p:cNvSpPr>
          <p:nvPr>
            <p:ph type="sldNum" sz="quarter" idx="12"/>
          </p:nvPr>
        </p:nvSpPr>
        <p:spPr/>
        <p:txBody>
          <a:bodyPr/>
          <a:lstStyle/>
          <a:p>
            <a:fld id="{65CCBC29-86C8-4EB5-9FA4-5E6177457262}" type="slidenum">
              <a:rPr lang="en-US" smtClean="0"/>
              <a:t>‹#›</a:t>
            </a:fld>
            <a:endParaRPr lang="en-US"/>
          </a:p>
        </p:txBody>
      </p:sp>
    </p:spTree>
    <p:extLst>
      <p:ext uri="{BB962C8B-B14F-4D97-AF65-F5344CB8AC3E}">
        <p14:creationId xmlns:p14="http://schemas.microsoft.com/office/powerpoint/2010/main" val="31676459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FD323-182E-3308-8476-145AEA782E2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44E5F91-4C29-EBED-9290-CE8FF098A9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BE0373-B22D-29C9-F682-CF14AEB6C8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7910C5-8251-F508-A8E9-BECDD6AC594A}"/>
              </a:ext>
            </a:extLst>
          </p:cNvPr>
          <p:cNvSpPr>
            <a:spLocks noGrp="1"/>
          </p:cNvSpPr>
          <p:nvPr>
            <p:ph type="dt" sz="half" idx="10"/>
          </p:nvPr>
        </p:nvSpPr>
        <p:spPr/>
        <p:txBody>
          <a:bodyPr/>
          <a:lstStyle/>
          <a:p>
            <a:fld id="{435AF3AB-64AD-45F4-A1D1-6EBB87834EC0}" type="datetimeFigureOut">
              <a:rPr lang="en-US" smtClean="0"/>
              <a:t>9/14/2026</a:t>
            </a:fld>
            <a:endParaRPr lang="en-US"/>
          </a:p>
        </p:txBody>
      </p:sp>
      <p:sp>
        <p:nvSpPr>
          <p:cNvPr id="6" name="Footer Placeholder 5">
            <a:extLst>
              <a:ext uri="{FF2B5EF4-FFF2-40B4-BE49-F238E27FC236}">
                <a16:creationId xmlns:a16="http://schemas.microsoft.com/office/drawing/2014/main" id="{EC144CBF-066E-E9AE-88D7-DC366419CD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247657-FCF6-8521-4830-1A3889ACF031}"/>
              </a:ext>
            </a:extLst>
          </p:cNvPr>
          <p:cNvSpPr>
            <a:spLocks noGrp="1"/>
          </p:cNvSpPr>
          <p:nvPr>
            <p:ph type="sldNum" sz="quarter" idx="12"/>
          </p:nvPr>
        </p:nvSpPr>
        <p:spPr/>
        <p:txBody>
          <a:bodyPr/>
          <a:lstStyle/>
          <a:p>
            <a:fld id="{65CCBC29-86C8-4EB5-9FA4-5E6177457262}" type="slidenum">
              <a:rPr lang="en-US" smtClean="0"/>
              <a:t>‹#›</a:t>
            </a:fld>
            <a:endParaRPr lang="en-US"/>
          </a:p>
        </p:txBody>
      </p:sp>
    </p:spTree>
    <p:extLst>
      <p:ext uri="{BB962C8B-B14F-4D97-AF65-F5344CB8AC3E}">
        <p14:creationId xmlns:p14="http://schemas.microsoft.com/office/powerpoint/2010/main" val="10007544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123B9-D12E-73C0-0776-72980B9E81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D99801-EDA1-A177-DEF3-9499458E19F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469D74A-653D-9304-2B0C-94725761C68F}"/>
              </a:ext>
            </a:extLst>
          </p:cNvPr>
          <p:cNvSpPr>
            <a:spLocks noGrp="1"/>
          </p:cNvSpPr>
          <p:nvPr>
            <p:ph type="dt" sz="half" idx="10"/>
          </p:nvPr>
        </p:nvSpPr>
        <p:spPr/>
        <p:txBody>
          <a:bodyPr/>
          <a:lstStyle/>
          <a:p>
            <a:fld id="{435AF3AB-64AD-45F4-A1D1-6EBB87834EC0}" type="datetimeFigureOut">
              <a:rPr lang="en-US" smtClean="0"/>
              <a:t>9/14/2026</a:t>
            </a:fld>
            <a:endParaRPr lang="en-US"/>
          </a:p>
        </p:txBody>
      </p:sp>
      <p:sp>
        <p:nvSpPr>
          <p:cNvPr id="5" name="Footer Placeholder 4">
            <a:extLst>
              <a:ext uri="{FF2B5EF4-FFF2-40B4-BE49-F238E27FC236}">
                <a16:creationId xmlns:a16="http://schemas.microsoft.com/office/drawing/2014/main" id="{2C2B6C6B-DACC-20B2-51E6-2D8FEF890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297F6-6520-2875-85F3-1FBF6795A2BD}"/>
              </a:ext>
            </a:extLst>
          </p:cNvPr>
          <p:cNvSpPr>
            <a:spLocks noGrp="1"/>
          </p:cNvSpPr>
          <p:nvPr>
            <p:ph type="sldNum" sz="quarter" idx="12"/>
          </p:nvPr>
        </p:nvSpPr>
        <p:spPr/>
        <p:txBody>
          <a:bodyPr/>
          <a:lstStyle/>
          <a:p>
            <a:fld id="{65CCBC29-86C8-4EB5-9FA4-5E6177457262}" type="slidenum">
              <a:rPr lang="en-US" smtClean="0"/>
              <a:t>‹#›</a:t>
            </a:fld>
            <a:endParaRPr lang="en-US"/>
          </a:p>
        </p:txBody>
      </p:sp>
    </p:spTree>
    <p:extLst>
      <p:ext uri="{BB962C8B-B14F-4D97-AF65-F5344CB8AC3E}">
        <p14:creationId xmlns:p14="http://schemas.microsoft.com/office/powerpoint/2010/main" val="8087822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7E7E3-1335-5B21-607B-341A9C33DF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F0540D-DBA6-D7C1-0B8D-BEB026E1B8E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EDD8EE-DD85-7ACB-9E30-3BBFAAEAED78}"/>
              </a:ext>
            </a:extLst>
          </p:cNvPr>
          <p:cNvSpPr>
            <a:spLocks noGrp="1"/>
          </p:cNvSpPr>
          <p:nvPr>
            <p:ph type="dt" sz="half" idx="10"/>
          </p:nvPr>
        </p:nvSpPr>
        <p:spPr/>
        <p:txBody>
          <a:bodyPr/>
          <a:lstStyle/>
          <a:p>
            <a:fld id="{435AF3AB-64AD-45F4-A1D1-6EBB87834EC0}" type="datetimeFigureOut">
              <a:rPr lang="en-US" smtClean="0"/>
              <a:t>9/14/2026</a:t>
            </a:fld>
            <a:endParaRPr lang="en-US"/>
          </a:p>
        </p:txBody>
      </p:sp>
      <p:sp>
        <p:nvSpPr>
          <p:cNvPr id="5" name="Footer Placeholder 4">
            <a:extLst>
              <a:ext uri="{FF2B5EF4-FFF2-40B4-BE49-F238E27FC236}">
                <a16:creationId xmlns:a16="http://schemas.microsoft.com/office/drawing/2014/main" id="{F0AEEA4A-A69D-90EB-C5B4-837291372B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627406-B4DD-46EF-FC56-C47249296B00}"/>
              </a:ext>
            </a:extLst>
          </p:cNvPr>
          <p:cNvSpPr>
            <a:spLocks noGrp="1"/>
          </p:cNvSpPr>
          <p:nvPr>
            <p:ph type="sldNum" sz="quarter" idx="12"/>
          </p:nvPr>
        </p:nvSpPr>
        <p:spPr/>
        <p:txBody>
          <a:bodyPr/>
          <a:lstStyle/>
          <a:p>
            <a:fld id="{65CCBC29-86C8-4EB5-9FA4-5E6177457262}" type="slidenum">
              <a:rPr lang="en-US" smtClean="0"/>
              <a:t>‹#›</a:t>
            </a:fld>
            <a:endParaRPr lang="en-US"/>
          </a:p>
        </p:txBody>
      </p:sp>
    </p:spTree>
    <p:extLst>
      <p:ext uri="{BB962C8B-B14F-4D97-AF65-F5344CB8AC3E}">
        <p14:creationId xmlns:p14="http://schemas.microsoft.com/office/powerpoint/2010/main" val="34664296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F3510-C357-B512-ECB2-35E5FA90A4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42FFE04-A489-DB20-DB32-8765530682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0895B90-CE1C-F21B-18A1-D8DD861D5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56A201-CD7F-C1E0-7F03-2CD40D67C058}"/>
              </a:ext>
            </a:extLst>
          </p:cNvPr>
          <p:cNvSpPr>
            <a:spLocks noGrp="1"/>
          </p:cNvSpPr>
          <p:nvPr>
            <p:ph type="dt" sz="half" idx="10"/>
          </p:nvPr>
        </p:nvSpPr>
        <p:spPr/>
        <p:txBody>
          <a:bodyPr/>
          <a:lstStyle/>
          <a:p>
            <a:fld id="{435AF3AB-64AD-45F4-A1D1-6EBB87834EC0}" type="datetimeFigureOut">
              <a:rPr lang="en-US" smtClean="0"/>
              <a:t>9/14/2026</a:t>
            </a:fld>
            <a:endParaRPr lang="en-US"/>
          </a:p>
        </p:txBody>
      </p:sp>
      <p:sp>
        <p:nvSpPr>
          <p:cNvPr id="6" name="Footer Placeholder 5">
            <a:extLst>
              <a:ext uri="{FF2B5EF4-FFF2-40B4-BE49-F238E27FC236}">
                <a16:creationId xmlns:a16="http://schemas.microsoft.com/office/drawing/2014/main" id="{BFFD0A08-8BCD-ACBA-648C-4F4A985E63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7AFCC4-D18C-F9D4-D578-0693155FAE42}"/>
              </a:ext>
            </a:extLst>
          </p:cNvPr>
          <p:cNvSpPr>
            <a:spLocks noGrp="1"/>
          </p:cNvSpPr>
          <p:nvPr>
            <p:ph type="sldNum" sz="quarter" idx="12"/>
          </p:nvPr>
        </p:nvSpPr>
        <p:spPr/>
        <p:txBody>
          <a:bodyPr/>
          <a:lstStyle/>
          <a:p>
            <a:fld id="{65CCBC29-86C8-4EB5-9FA4-5E6177457262}" type="slidenum">
              <a:rPr lang="en-US" smtClean="0"/>
              <a:t>‹#›</a:t>
            </a:fld>
            <a:endParaRPr lang="en-US"/>
          </a:p>
        </p:txBody>
      </p:sp>
    </p:spTree>
    <p:extLst>
      <p:ext uri="{BB962C8B-B14F-4D97-AF65-F5344CB8AC3E}">
        <p14:creationId xmlns:p14="http://schemas.microsoft.com/office/powerpoint/2010/main" val="290315835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2919" y="650689"/>
            <a:ext cx="11186159" cy="1043639"/>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502920" y="1825625"/>
            <a:ext cx="11186160" cy="37867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4"/>
          </p:nvPr>
        </p:nvSpPr>
        <p:spPr>
          <a:xfrm>
            <a:off x="8981185" y="6174647"/>
            <a:ext cx="2707895" cy="246221"/>
          </a:xfrm>
          <a:prstGeom prst="rect">
            <a:avLst/>
          </a:prstGeom>
        </p:spPr>
        <p:txBody>
          <a:bodyPr vert="horz" lIns="91440" tIns="45720" rIns="91440" bIns="45720" rtlCol="0" anchor="ctr"/>
          <a:lstStyle>
            <a:lvl1pPr algn="r">
              <a:defRPr sz="1200" b="1">
                <a:solidFill>
                  <a:schemeClr val="tx1"/>
                </a:solidFill>
              </a:defRPr>
            </a:lvl1pPr>
          </a:lstStyle>
          <a:p>
            <a:fld id="{65CCBC29-86C8-4EB5-9FA4-5E6177457262}" type="slidenum">
              <a:rPr lang="en-US" smtClean="0"/>
              <a:t>‹#›</a:t>
            </a:fld>
            <a:endParaRPr lang="en-US"/>
          </a:p>
        </p:txBody>
      </p:sp>
    </p:spTree>
    <p:extLst>
      <p:ext uri="{BB962C8B-B14F-4D97-AF65-F5344CB8AC3E}">
        <p14:creationId xmlns:p14="http://schemas.microsoft.com/office/powerpoint/2010/main" val="11880663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Lst>
  <p:txStyles>
    <p:titleStyle>
      <a:lvl1pPr algn="l" defTabSz="914400" rtl="0" eaLnBrk="1" fontAlgn="base" latinLnBrk="0" hangingPunct="1">
        <a:lnSpc>
          <a:spcPct val="100000"/>
        </a:lnSpc>
        <a:spcBef>
          <a:spcPct val="0"/>
        </a:spcBef>
        <a:buNone/>
        <a:defRPr sz="4000" b="1" kern="1200" cap="none" spc="0" baseline="0">
          <a:solidFill>
            <a:schemeClr val="tx1"/>
          </a:solidFill>
          <a:latin typeface="+mj-lt"/>
          <a:ea typeface="+mj-ea"/>
          <a:cs typeface="+mj-cs"/>
        </a:defRPr>
      </a:lvl1pPr>
    </p:titleStyle>
    <p:bodyStyle>
      <a:lvl1pPr marL="233363" indent="-233363" algn="l" defTabSz="914400" rtl="0" eaLnBrk="1" latinLnBrk="0" hangingPunct="1">
        <a:lnSpc>
          <a:spcPct val="90000"/>
        </a:lnSpc>
        <a:spcBef>
          <a:spcPts val="1000"/>
        </a:spcBef>
        <a:buClr>
          <a:schemeClr val="accent1"/>
        </a:buClr>
        <a:buFont typeface="Arial" panose="020B0604020202020204" pitchFamily="34" charset="0"/>
        <a:buChar char="•"/>
        <a:tabLst/>
        <a:defRPr sz="2800" kern="1200">
          <a:solidFill>
            <a:schemeClr val="tx1"/>
          </a:solidFill>
          <a:latin typeface="+mn-lt"/>
          <a:ea typeface="+mn-ea"/>
          <a:cs typeface="+mn-cs"/>
        </a:defRPr>
      </a:lvl1pPr>
      <a:lvl2pPr marL="687388" indent="-230188" algn="l" defTabSz="914400" rtl="0" eaLnBrk="1" latinLnBrk="0" hangingPunct="1">
        <a:lnSpc>
          <a:spcPct val="90000"/>
        </a:lnSpc>
        <a:spcBef>
          <a:spcPts val="500"/>
        </a:spcBef>
        <a:buClr>
          <a:schemeClr val="accent1"/>
        </a:buClr>
        <a:buFont typeface="Arial" panose="020B0604020202020204" pitchFamily="34" charset="0"/>
        <a:buChar char="•"/>
        <a:tabLst/>
        <a:defRPr sz="2400" kern="1200">
          <a:solidFill>
            <a:schemeClr val="tx1"/>
          </a:solidFill>
          <a:latin typeface="+mn-lt"/>
          <a:ea typeface="+mn-ea"/>
          <a:cs typeface="+mn-cs"/>
        </a:defRPr>
      </a:lvl2pPr>
      <a:lvl3pPr marL="1149350" indent="-234950" algn="l" defTabSz="914400" rtl="0" eaLnBrk="1" latinLnBrk="0" hangingPunct="1">
        <a:lnSpc>
          <a:spcPct val="90000"/>
        </a:lnSpc>
        <a:spcBef>
          <a:spcPts val="500"/>
        </a:spcBef>
        <a:buClr>
          <a:schemeClr val="accent1"/>
        </a:buClr>
        <a:buFont typeface="Arial" panose="020B0604020202020204" pitchFamily="34" charset="0"/>
        <a:buChar char="•"/>
        <a:tabLst/>
        <a:defRPr sz="2000" kern="1200">
          <a:solidFill>
            <a:schemeClr val="tx1"/>
          </a:solidFill>
          <a:latin typeface="+mn-lt"/>
          <a:ea typeface="+mn-ea"/>
          <a:cs typeface="+mn-cs"/>
        </a:defRPr>
      </a:lvl3pPr>
      <a:lvl4pPr marL="1603375" indent="-231775" algn="l" defTabSz="914400" rtl="0" eaLnBrk="1" latinLnBrk="0" hangingPunct="1">
        <a:lnSpc>
          <a:spcPct val="90000"/>
        </a:lnSpc>
        <a:spcBef>
          <a:spcPts val="500"/>
        </a:spcBef>
        <a:buClr>
          <a:schemeClr val="accent1"/>
        </a:buClr>
        <a:buFont typeface="Arial" panose="020B0604020202020204" pitchFamily="34" charset="0"/>
        <a:buChar char="•"/>
        <a:tabLst/>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7.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7.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7.xml"/><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6.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175F-CE3C-EC33-B571-2D61B466E2C1}"/>
              </a:ext>
            </a:extLst>
          </p:cNvPr>
          <p:cNvSpPr>
            <a:spLocks noGrp="1"/>
          </p:cNvSpPr>
          <p:nvPr>
            <p:ph type="title"/>
          </p:nvPr>
        </p:nvSpPr>
        <p:spPr/>
        <p:txBody>
          <a:bodyPr>
            <a:normAutofit/>
          </a:bodyPr>
          <a:lstStyle/>
          <a:p>
            <a:r>
              <a:rPr lang="en-US" sz="5000" dirty="0"/>
              <a:t>Temporal Host Transcriptional Responses to Chlamydia Infection Following CPAF-Based Vaccination</a:t>
            </a:r>
          </a:p>
        </p:txBody>
      </p:sp>
      <p:sp>
        <p:nvSpPr>
          <p:cNvPr id="4" name="Text Placeholder 3">
            <a:extLst>
              <a:ext uri="{FF2B5EF4-FFF2-40B4-BE49-F238E27FC236}">
                <a16:creationId xmlns:a16="http://schemas.microsoft.com/office/drawing/2014/main" id="{65E4CC13-9C59-F037-2435-748E478E7E9A}"/>
              </a:ext>
            </a:extLst>
          </p:cNvPr>
          <p:cNvSpPr>
            <a:spLocks noGrp="1"/>
          </p:cNvSpPr>
          <p:nvPr>
            <p:ph type="body" idx="1"/>
          </p:nvPr>
        </p:nvSpPr>
        <p:spPr/>
        <p:txBody>
          <a:bodyPr/>
          <a:lstStyle/>
          <a:p>
            <a:r>
              <a:rPr lang="en-US" dirty="0"/>
              <a:t>Esther Zhou</a:t>
            </a:r>
          </a:p>
        </p:txBody>
      </p:sp>
      <p:sp>
        <p:nvSpPr>
          <p:cNvPr id="5" name="Text Placeholder 4">
            <a:extLst>
              <a:ext uri="{FF2B5EF4-FFF2-40B4-BE49-F238E27FC236}">
                <a16:creationId xmlns:a16="http://schemas.microsoft.com/office/drawing/2014/main" id="{21B6212E-80F6-4B1A-4BBB-C829A4415355}"/>
              </a:ext>
            </a:extLst>
          </p:cNvPr>
          <p:cNvSpPr>
            <a:spLocks noGrp="1"/>
          </p:cNvSpPr>
          <p:nvPr>
            <p:ph type="body" idx="10"/>
          </p:nvPr>
        </p:nvSpPr>
        <p:spPr/>
        <p:txBody>
          <a:bodyPr/>
          <a:lstStyle/>
          <a:p>
            <a:r>
              <a:rPr lang="en-US" dirty="0"/>
              <a:t>05/07/2026</a:t>
            </a:r>
          </a:p>
        </p:txBody>
      </p:sp>
    </p:spTree>
    <p:extLst>
      <p:ext uri="{BB962C8B-B14F-4D97-AF65-F5344CB8AC3E}">
        <p14:creationId xmlns:p14="http://schemas.microsoft.com/office/powerpoint/2010/main" val="1108038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4DD1-CB11-AFD1-85B2-4974923A7F4E}"/>
              </a:ext>
            </a:extLst>
          </p:cNvPr>
          <p:cNvSpPr>
            <a:spLocks noGrp="1"/>
          </p:cNvSpPr>
          <p:nvPr>
            <p:ph type="title"/>
          </p:nvPr>
        </p:nvSpPr>
        <p:spPr/>
        <p:txBody>
          <a:bodyPr/>
          <a:lstStyle/>
          <a:p>
            <a:r>
              <a:rPr lang="en-US" dirty="0"/>
              <a:t>Study Overview</a:t>
            </a:r>
          </a:p>
        </p:txBody>
      </p:sp>
      <p:sp>
        <p:nvSpPr>
          <p:cNvPr id="3" name="Content Placeholder 2">
            <a:extLst>
              <a:ext uri="{FF2B5EF4-FFF2-40B4-BE49-F238E27FC236}">
                <a16:creationId xmlns:a16="http://schemas.microsoft.com/office/drawing/2014/main" id="{AEBA32D4-DB07-419C-E960-B97A50EBB2D9}"/>
              </a:ext>
            </a:extLst>
          </p:cNvPr>
          <p:cNvSpPr>
            <a:spLocks noGrp="1"/>
          </p:cNvSpPr>
          <p:nvPr>
            <p:ph sz="quarter" idx="11"/>
          </p:nvPr>
        </p:nvSpPr>
        <p:spPr/>
        <p:txBody>
          <a:bodyPr/>
          <a:lstStyle/>
          <a:p>
            <a:pPr marL="0" indent="0">
              <a:buNone/>
            </a:pPr>
            <a:r>
              <a:rPr lang="en-US" dirty="0"/>
              <a:t>Study Design:</a:t>
            </a:r>
          </a:p>
          <a:p>
            <a:r>
              <a:rPr lang="en-US" dirty="0"/>
              <a:t>Vaccinated vs naive mice</a:t>
            </a:r>
          </a:p>
          <a:p>
            <a:r>
              <a:rPr lang="en-US" dirty="0"/>
              <a:t>Time points: day −2, 4, 6, 11</a:t>
            </a:r>
          </a:p>
          <a:p>
            <a:r>
              <a:rPr lang="en-US" dirty="0"/>
              <a:t>Goal: identify how vaccination changes host transcriptional response after infection</a:t>
            </a:r>
          </a:p>
        </p:txBody>
      </p:sp>
      <p:sp>
        <p:nvSpPr>
          <p:cNvPr id="8" name="Content Placeholder 7">
            <a:extLst>
              <a:ext uri="{FF2B5EF4-FFF2-40B4-BE49-F238E27FC236}">
                <a16:creationId xmlns:a16="http://schemas.microsoft.com/office/drawing/2014/main" id="{27C7A206-AAF8-4AF0-4C5D-BCB86D715660}"/>
              </a:ext>
            </a:extLst>
          </p:cNvPr>
          <p:cNvSpPr>
            <a:spLocks noGrp="1"/>
          </p:cNvSpPr>
          <p:nvPr>
            <p:ph sz="quarter" idx="13"/>
          </p:nvPr>
        </p:nvSpPr>
        <p:spPr>
          <a:xfrm>
            <a:off x="6301339" y="1810318"/>
            <a:ext cx="5694145" cy="5047681"/>
          </a:xfrm>
        </p:spPr>
        <p:txBody>
          <a:bodyPr>
            <a:normAutofit lnSpcReduction="10000"/>
          </a:bodyPr>
          <a:lstStyle/>
          <a:p>
            <a:pPr marL="0" indent="0">
              <a:buNone/>
            </a:pPr>
            <a:r>
              <a:rPr lang="en-US" dirty="0"/>
              <a:t>Analysis Overview:</a:t>
            </a:r>
          </a:p>
          <a:p>
            <a:r>
              <a:rPr lang="en-US" dirty="0"/>
              <a:t>Cell Ranger output quality control</a:t>
            </a:r>
          </a:p>
          <a:p>
            <a:r>
              <a:rPr lang="en-US" dirty="0"/>
              <a:t>Chlamydia gene counts assessment</a:t>
            </a:r>
          </a:p>
          <a:p>
            <a:r>
              <a:rPr lang="en-US" dirty="0"/>
              <a:t>Exploratory analysis of host gene expression</a:t>
            </a:r>
          </a:p>
          <a:p>
            <a:r>
              <a:rPr lang="en-US" dirty="0"/>
              <a:t>Timepoint-specific differential expression</a:t>
            </a:r>
          </a:p>
          <a:p>
            <a:r>
              <a:rPr lang="en-US" dirty="0"/>
              <a:t>Time-dependent expression analysis</a:t>
            </a:r>
          </a:p>
          <a:p>
            <a:r>
              <a:rPr lang="en-US" dirty="0"/>
              <a:t>Timepoint-specific GSEA</a:t>
            </a:r>
          </a:p>
          <a:p>
            <a:endParaRPr lang="en-US" dirty="0"/>
          </a:p>
        </p:txBody>
      </p:sp>
    </p:spTree>
    <p:extLst>
      <p:ext uri="{BB962C8B-B14F-4D97-AF65-F5344CB8AC3E}">
        <p14:creationId xmlns:p14="http://schemas.microsoft.com/office/powerpoint/2010/main" val="92892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DF930D4-A134-F9CA-619C-B6D18B97FBE7}"/>
              </a:ext>
            </a:extLst>
          </p:cNvPr>
          <p:cNvSpPr>
            <a:spLocks noGrp="1"/>
          </p:cNvSpPr>
          <p:nvPr>
            <p:ph type="title"/>
          </p:nvPr>
        </p:nvSpPr>
        <p:spPr/>
        <p:txBody>
          <a:bodyPr>
            <a:normAutofit/>
          </a:bodyPr>
          <a:lstStyle/>
          <a:p>
            <a:r>
              <a:rPr lang="en-US" sz="5400" dirty="0"/>
              <a:t>Quality Control and Sample Filtering</a:t>
            </a:r>
          </a:p>
        </p:txBody>
      </p:sp>
      <p:sp>
        <p:nvSpPr>
          <p:cNvPr id="10" name="Text Placeholder 9">
            <a:extLst>
              <a:ext uri="{FF2B5EF4-FFF2-40B4-BE49-F238E27FC236}">
                <a16:creationId xmlns:a16="http://schemas.microsoft.com/office/drawing/2014/main" id="{02C3AF83-F9CE-CEF8-3EEB-E6D4B911C885}"/>
              </a:ext>
            </a:extLst>
          </p:cNvPr>
          <p:cNvSpPr>
            <a:spLocks noGrp="1"/>
          </p:cNvSpPr>
          <p:nvPr>
            <p:ph type="body" idx="1"/>
          </p:nvPr>
        </p:nvSpPr>
        <p:spPr/>
        <p:txBody>
          <a:bodyPr/>
          <a:lstStyle/>
          <a:p>
            <a:r>
              <a:rPr lang="en-US" dirty="0"/>
              <a:t>QC metrics included mapping rates, sequencing depth, and sample-to-sample correlation.</a:t>
            </a:r>
          </a:p>
        </p:txBody>
      </p:sp>
    </p:spTree>
    <p:extLst>
      <p:ext uri="{BB962C8B-B14F-4D97-AF65-F5344CB8AC3E}">
        <p14:creationId xmlns:p14="http://schemas.microsoft.com/office/powerpoint/2010/main" val="3339567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C01E697-0325-932F-3331-FA1C534CECDE}"/>
              </a:ext>
            </a:extLst>
          </p:cNvPr>
          <p:cNvSpPr>
            <a:spLocks noGrp="1"/>
          </p:cNvSpPr>
          <p:nvPr>
            <p:ph type="title"/>
          </p:nvPr>
        </p:nvSpPr>
        <p:spPr>
          <a:xfrm>
            <a:off x="612850" y="488950"/>
            <a:ext cx="10052264" cy="640080"/>
          </a:xfrm>
        </p:spPr>
        <p:txBody>
          <a:bodyPr>
            <a:normAutofit fontScale="90000"/>
          </a:bodyPr>
          <a:lstStyle/>
          <a:p>
            <a:r>
              <a:rPr lang="en-US" sz="4000" dirty="0"/>
              <a:t>Percent Reads Mapped Confidently to the Mouse Genome</a:t>
            </a:r>
          </a:p>
        </p:txBody>
      </p:sp>
      <p:pic>
        <p:nvPicPr>
          <p:cNvPr id="8" name="Content Placeholder 7">
            <a:extLst>
              <a:ext uri="{FF2B5EF4-FFF2-40B4-BE49-F238E27FC236}">
                <a16:creationId xmlns:a16="http://schemas.microsoft.com/office/drawing/2014/main" id="{20C49697-E66B-FB2F-5A04-4E0A22A7281F}"/>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1911350" y="1745665"/>
            <a:ext cx="8274050" cy="5112335"/>
          </a:xfrm>
          <a:prstGeom prst="rect">
            <a:avLst/>
          </a:prstGeom>
        </p:spPr>
      </p:pic>
    </p:spTree>
    <p:extLst>
      <p:ext uri="{BB962C8B-B14F-4D97-AF65-F5344CB8AC3E}">
        <p14:creationId xmlns:p14="http://schemas.microsoft.com/office/powerpoint/2010/main" val="100394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4AFBD-3AC4-0D1B-9F93-4F8B26B9F2F6}"/>
              </a:ext>
            </a:extLst>
          </p:cNvPr>
          <p:cNvSpPr>
            <a:spLocks noGrp="1"/>
          </p:cNvSpPr>
          <p:nvPr>
            <p:ph type="title"/>
          </p:nvPr>
        </p:nvSpPr>
        <p:spPr/>
        <p:txBody>
          <a:bodyPr/>
          <a:lstStyle/>
          <a:p>
            <a:r>
              <a:rPr lang="en-US" dirty="0"/>
              <a:t>Sequencing Depth Across Samples</a:t>
            </a:r>
          </a:p>
        </p:txBody>
      </p:sp>
      <p:pic>
        <p:nvPicPr>
          <p:cNvPr id="5" name="Content Placeholder 4">
            <a:extLst>
              <a:ext uri="{FF2B5EF4-FFF2-40B4-BE49-F238E27FC236}">
                <a16:creationId xmlns:a16="http://schemas.microsoft.com/office/drawing/2014/main" id="{00D21796-9903-447A-9213-EDC904105896}"/>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1555750" y="1333697"/>
            <a:ext cx="8940800" cy="5524303"/>
          </a:xfrm>
          <a:prstGeom prst="rect">
            <a:avLst/>
          </a:prstGeom>
        </p:spPr>
      </p:pic>
    </p:spTree>
    <p:extLst>
      <p:ext uri="{BB962C8B-B14F-4D97-AF65-F5344CB8AC3E}">
        <p14:creationId xmlns:p14="http://schemas.microsoft.com/office/powerpoint/2010/main" val="37115724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922F9-3503-0C5C-09FB-51F46E0035AB}"/>
              </a:ext>
            </a:extLst>
          </p:cNvPr>
          <p:cNvSpPr>
            <a:spLocks noGrp="1"/>
          </p:cNvSpPr>
          <p:nvPr>
            <p:ph type="title"/>
          </p:nvPr>
        </p:nvSpPr>
        <p:spPr>
          <a:xfrm>
            <a:off x="180475" y="107950"/>
            <a:ext cx="11682662" cy="640080"/>
          </a:xfrm>
        </p:spPr>
        <p:txBody>
          <a:bodyPr/>
          <a:lstStyle/>
          <a:p>
            <a:r>
              <a:rPr lang="en-US" dirty="0"/>
              <a:t>Sample-to-Sample Correlation of Host Gene Expression</a:t>
            </a:r>
          </a:p>
        </p:txBody>
      </p:sp>
      <p:pic>
        <p:nvPicPr>
          <p:cNvPr id="5" name="Content Placeholder 4">
            <a:extLst>
              <a:ext uri="{FF2B5EF4-FFF2-40B4-BE49-F238E27FC236}">
                <a16:creationId xmlns:a16="http://schemas.microsoft.com/office/drawing/2014/main" id="{AEA63EAD-2D68-E626-EE61-4F325801A2B1}"/>
              </a:ext>
            </a:extLst>
          </p:cNvPr>
          <p:cNvPicPr>
            <a:picLocks noGrp="1" noChangeAspect="1"/>
          </p:cNvPicPr>
          <p:nvPr>
            <p:ph idx="4294967295"/>
          </p:nvPr>
        </p:nvPicPr>
        <p:blipFill>
          <a:blip r:embed="rId3">
            <a:extLst>
              <a:ext uri="{28A0092B-C50C-407E-A947-70E740481C1C}">
                <a14:useLocalDpi xmlns:a14="http://schemas.microsoft.com/office/drawing/2010/main" val="0"/>
              </a:ext>
            </a:extLst>
          </a:blip>
          <a:stretch>
            <a:fillRect/>
          </a:stretch>
        </p:blipFill>
        <p:spPr>
          <a:xfrm>
            <a:off x="2348716" y="662940"/>
            <a:ext cx="7204358" cy="6233772"/>
          </a:xfrm>
          <a:prstGeom prst="rect">
            <a:avLst/>
          </a:prstGeom>
        </p:spPr>
      </p:pic>
      <p:sp>
        <p:nvSpPr>
          <p:cNvPr id="13" name="TextBox 12">
            <a:extLst>
              <a:ext uri="{FF2B5EF4-FFF2-40B4-BE49-F238E27FC236}">
                <a16:creationId xmlns:a16="http://schemas.microsoft.com/office/drawing/2014/main" id="{3F903A85-FAD7-4F76-DD6A-3079CA0C4B0B}"/>
              </a:ext>
            </a:extLst>
          </p:cNvPr>
          <p:cNvSpPr txBox="1"/>
          <p:nvPr/>
        </p:nvSpPr>
        <p:spPr>
          <a:xfrm>
            <a:off x="9553074" y="4856665"/>
            <a:ext cx="2638926" cy="1200329"/>
          </a:xfrm>
          <a:prstGeom prst="rect">
            <a:avLst/>
          </a:prstGeom>
          <a:noFill/>
        </p:spPr>
        <p:txBody>
          <a:bodyPr wrap="square" rtlCol="0">
            <a:spAutoFit/>
          </a:bodyPr>
          <a:lstStyle/>
          <a:p>
            <a:pPr marL="285750" indent="-285750">
              <a:buFont typeface="Arial" panose="020B0604020202020204" pitchFamily="34" charset="0"/>
              <a:buChar char="•"/>
            </a:pPr>
            <a:r>
              <a:rPr lang="en-US" dirty="0"/>
              <a:t>Host gene log-CPM</a:t>
            </a:r>
          </a:p>
          <a:p>
            <a:pPr marL="285750" indent="-285750">
              <a:buFont typeface="Arial" panose="020B0604020202020204" pitchFamily="34" charset="0"/>
              <a:buChar char="•"/>
            </a:pPr>
            <a:r>
              <a:rPr lang="en-US" dirty="0"/>
              <a:t>Pearson correlation</a:t>
            </a:r>
          </a:p>
          <a:p>
            <a:pPr marL="285750" indent="-285750">
              <a:buFont typeface="Arial" panose="020B0604020202020204" pitchFamily="34" charset="0"/>
              <a:buChar char="•"/>
            </a:pPr>
            <a:r>
              <a:rPr lang="en-US" dirty="0"/>
              <a:t>Complete-linkage clustering</a:t>
            </a:r>
          </a:p>
        </p:txBody>
      </p:sp>
    </p:spTree>
    <p:extLst>
      <p:ext uri="{BB962C8B-B14F-4D97-AF65-F5344CB8AC3E}">
        <p14:creationId xmlns:p14="http://schemas.microsoft.com/office/powerpoint/2010/main" val="3604826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101ABC0-2A65-BA68-409C-C20086B6E9FF}"/>
              </a:ext>
            </a:extLst>
          </p:cNvPr>
          <p:cNvSpPr>
            <a:spLocks noGrp="1"/>
          </p:cNvSpPr>
          <p:nvPr>
            <p:ph type="title"/>
          </p:nvPr>
        </p:nvSpPr>
        <p:spPr/>
        <p:txBody>
          <a:bodyPr/>
          <a:lstStyle/>
          <a:p>
            <a:r>
              <a:rPr lang="en-US" dirty="0"/>
              <a:t>Exploratory Analysis</a:t>
            </a:r>
          </a:p>
        </p:txBody>
      </p:sp>
      <p:sp>
        <p:nvSpPr>
          <p:cNvPr id="5" name="Text Placeholder 4">
            <a:extLst>
              <a:ext uri="{FF2B5EF4-FFF2-40B4-BE49-F238E27FC236}">
                <a16:creationId xmlns:a16="http://schemas.microsoft.com/office/drawing/2014/main" id="{7F61CB47-5415-B01D-9148-AC97D45D962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170511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C2AB82-298D-D996-D363-CC5707337F82}"/>
              </a:ext>
            </a:extLst>
          </p:cNvPr>
          <p:cNvSpPr>
            <a:spLocks noGrp="1"/>
          </p:cNvSpPr>
          <p:nvPr>
            <p:ph type="title"/>
          </p:nvPr>
        </p:nvSpPr>
        <p:spPr/>
        <p:txBody>
          <a:bodyPr/>
          <a:lstStyle/>
          <a:p>
            <a:r>
              <a:rPr lang="en-US" dirty="0"/>
              <a:t>Chlamydia RNA Count</a:t>
            </a:r>
          </a:p>
        </p:txBody>
      </p:sp>
      <p:pic>
        <p:nvPicPr>
          <p:cNvPr id="5" name="Picture 4">
            <a:extLst>
              <a:ext uri="{FF2B5EF4-FFF2-40B4-BE49-F238E27FC236}">
                <a16:creationId xmlns:a16="http://schemas.microsoft.com/office/drawing/2014/main" id="{770548E0-D555-06BD-C4A5-BCF32036581A}"/>
              </a:ext>
            </a:extLst>
          </p:cNvPr>
          <p:cNvPicPr>
            <a:picLocks noChangeAspect="1"/>
          </p:cNvPicPr>
          <p:nvPr/>
        </p:nvPicPr>
        <p:blipFill>
          <a:blip r:embed="rId3"/>
          <a:stretch>
            <a:fillRect/>
          </a:stretch>
        </p:blipFill>
        <p:spPr>
          <a:xfrm>
            <a:off x="1820510" y="1513401"/>
            <a:ext cx="7649643" cy="4601217"/>
          </a:xfrm>
          <a:prstGeom prst="rect">
            <a:avLst/>
          </a:prstGeom>
        </p:spPr>
      </p:pic>
    </p:spTree>
    <p:extLst>
      <p:ext uri="{BB962C8B-B14F-4D97-AF65-F5344CB8AC3E}">
        <p14:creationId xmlns:p14="http://schemas.microsoft.com/office/powerpoint/2010/main" val="22920763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556AF-88D2-2D7B-35F2-0A20BF2BAFFF}"/>
              </a:ext>
            </a:extLst>
          </p:cNvPr>
          <p:cNvSpPr>
            <a:spLocks noGrp="1"/>
          </p:cNvSpPr>
          <p:nvPr>
            <p:ph type="title"/>
          </p:nvPr>
        </p:nvSpPr>
        <p:spPr/>
        <p:txBody>
          <a:bodyPr/>
          <a:lstStyle/>
          <a:p>
            <a:endParaRPr lang="en-US"/>
          </a:p>
        </p:txBody>
      </p:sp>
      <p:pic>
        <p:nvPicPr>
          <p:cNvPr id="5" name="Picture 4" descr="The image displays a table showing the detection frequencies of various chlamydial genes (23SrRNA, 16SrRNA, omcB, hctB) at different time points (2 dpi, 4 dpi, 6 dpi, 11 dpi) across different groups (Naive, Vaccinated) in mice.&#10;&#10;AI-generated content may be incorrect.">
            <a:extLst>
              <a:ext uri="{FF2B5EF4-FFF2-40B4-BE49-F238E27FC236}">
                <a16:creationId xmlns:a16="http://schemas.microsoft.com/office/drawing/2014/main" id="{84195FE4-25B3-CF3B-DA60-90AAD0D67E75}"/>
              </a:ext>
            </a:extLst>
          </p:cNvPr>
          <p:cNvPicPr>
            <a:picLocks noChangeAspect="1"/>
          </p:cNvPicPr>
          <p:nvPr/>
        </p:nvPicPr>
        <p:blipFill>
          <a:blip r:embed="rId2"/>
          <a:stretch>
            <a:fillRect/>
          </a:stretch>
        </p:blipFill>
        <p:spPr>
          <a:xfrm>
            <a:off x="-75063" y="403994"/>
            <a:ext cx="12192000" cy="5667874"/>
          </a:xfrm>
          <a:prstGeom prst="rect">
            <a:avLst/>
          </a:prstGeom>
        </p:spPr>
      </p:pic>
    </p:spTree>
    <p:extLst>
      <p:ext uri="{BB962C8B-B14F-4D97-AF65-F5344CB8AC3E}">
        <p14:creationId xmlns:p14="http://schemas.microsoft.com/office/powerpoint/2010/main" val="1413727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9C4CF0-3FEB-2331-62D3-3135668CDB7A}"/>
              </a:ext>
            </a:extLst>
          </p:cNvPr>
          <p:cNvSpPr>
            <a:spLocks noGrp="1"/>
          </p:cNvSpPr>
          <p:nvPr>
            <p:ph type="title"/>
          </p:nvPr>
        </p:nvSpPr>
        <p:spPr/>
        <p:txBody>
          <a:bodyPr/>
          <a:lstStyle/>
          <a:p>
            <a:r>
              <a:rPr lang="en-US" dirty="0"/>
              <a:t>Chlamydial rRNA Counts vs Genome Equivalents</a:t>
            </a:r>
          </a:p>
        </p:txBody>
      </p:sp>
      <p:pic>
        <p:nvPicPr>
          <p:cNvPr id="5" name="Picture 4">
            <a:extLst>
              <a:ext uri="{FF2B5EF4-FFF2-40B4-BE49-F238E27FC236}">
                <a16:creationId xmlns:a16="http://schemas.microsoft.com/office/drawing/2014/main" id="{F499B804-68A6-AA7F-DD56-F6A3D5C763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9648" y="1310654"/>
            <a:ext cx="8501519" cy="5313449"/>
          </a:xfrm>
          <a:prstGeom prst="rect">
            <a:avLst/>
          </a:prstGeom>
        </p:spPr>
      </p:pic>
    </p:spTree>
    <p:extLst>
      <p:ext uri="{BB962C8B-B14F-4D97-AF65-F5344CB8AC3E}">
        <p14:creationId xmlns:p14="http://schemas.microsoft.com/office/powerpoint/2010/main" val="1803721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F8C20-54C1-E1E8-C60A-7E40BFAE6319}"/>
              </a:ext>
            </a:extLst>
          </p:cNvPr>
          <p:cNvSpPr>
            <a:spLocks noGrp="1"/>
          </p:cNvSpPr>
          <p:nvPr>
            <p:ph type="title"/>
          </p:nvPr>
        </p:nvSpPr>
        <p:spPr>
          <a:xfrm>
            <a:off x="562050" y="336550"/>
            <a:ext cx="10620300" cy="640080"/>
          </a:xfrm>
        </p:spPr>
        <p:txBody>
          <a:bodyPr/>
          <a:lstStyle/>
          <a:p>
            <a:r>
              <a:rPr lang="en-US" dirty="0"/>
              <a:t>Average Mouse Gene Expression Across Timepoints</a:t>
            </a:r>
          </a:p>
        </p:txBody>
      </p:sp>
      <p:pic>
        <p:nvPicPr>
          <p:cNvPr id="5" name="Picture 4">
            <a:extLst>
              <a:ext uri="{FF2B5EF4-FFF2-40B4-BE49-F238E27FC236}">
                <a16:creationId xmlns:a16="http://schemas.microsoft.com/office/drawing/2014/main" id="{001FA9B3-0DAD-E94A-7DF2-F20BDBCFC0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5309" y="1223390"/>
            <a:ext cx="8049441" cy="5634609"/>
          </a:xfrm>
          <a:prstGeom prst="rect">
            <a:avLst/>
          </a:prstGeom>
        </p:spPr>
      </p:pic>
    </p:spTree>
    <p:extLst>
      <p:ext uri="{BB962C8B-B14F-4D97-AF65-F5344CB8AC3E}">
        <p14:creationId xmlns:p14="http://schemas.microsoft.com/office/powerpoint/2010/main" val="2553872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C3C94-E6A3-E6B7-5FB4-574960796406}"/>
              </a:ext>
            </a:extLst>
          </p:cNvPr>
          <p:cNvSpPr>
            <a:spLocks noGrp="1"/>
          </p:cNvSpPr>
          <p:nvPr>
            <p:ph type="title"/>
          </p:nvPr>
        </p:nvSpPr>
        <p:spPr/>
        <p:txBody>
          <a:bodyPr/>
          <a:lstStyle/>
          <a:p>
            <a:r>
              <a:rPr lang="en-US" dirty="0"/>
              <a:t>PCA of Host Gene Expression</a:t>
            </a:r>
          </a:p>
        </p:txBody>
      </p:sp>
      <p:pic>
        <p:nvPicPr>
          <p:cNvPr id="5" name="Picture 4">
            <a:extLst>
              <a:ext uri="{FF2B5EF4-FFF2-40B4-BE49-F238E27FC236}">
                <a16:creationId xmlns:a16="http://schemas.microsoft.com/office/drawing/2014/main" id="{9A6A2983-09C5-2BD3-A4BB-AA15F30B18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1569" y="1126866"/>
            <a:ext cx="8441431" cy="5641110"/>
          </a:xfrm>
          <a:prstGeom prst="rect">
            <a:avLst/>
          </a:prstGeom>
        </p:spPr>
      </p:pic>
    </p:spTree>
    <p:extLst>
      <p:ext uri="{BB962C8B-B14F-4D97-AF65-F5344CB8AC3E}">
        <p14:creationId xmlns:p14="http://schemas.microsoft.com/office/powerpoint/2010/main" val="1865820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619427-5B79-67C8-5859-6AF98023BC49}"/>
              </a:ext>
            </a:extLst>
          </p:cNvPr>
          <p:cNvSpPr>
            <a:spLocks noGrp="1"/>
          </p:cNvSpPr>
          <p:nvPr>
            <p:ph type="title"/>
          </p:nvPr>
        </p:nvSpPr>
        <p:spPr/>
        <p:txBody>
          <a:bodyPr/>
          <a:lstStyle/>
          <a:p>
            <a:r>
              <a:rPr lang="en-US" dirty="0"/>
              <a:t>Differential Expression </a:t>
            </a:r>
            <a:br>
              <a:rPr lang="en-US" dirty="0"/>
            </a:br>
            <a:r>
              <a:rPr lang="en-US" dirty="0"/>
              <a:t>at Each Time Point</a:t>
            </a:r>
          </a:p>
        </p:txBody>
      </p:sp>
      <p:sp>
        <p:nvSpPr>
          <p:cNvPr id="5" name="Text Placeholder 4">
            <a:extLst>
              <a:ext uri="{FF2B5EF4-FFF2-40B4-BE49-F238E27FC236}">
                <a16:creationId xmlns:a16="http://schemas.microsoft.com/office/drawing/2014/main" id="{7B746078-D57A-1156-1E2E-DD54AFE294C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815981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CEA1785-13CE-288D-7F01-9C0175BFFBD0}"/>
              </a:ext>
            </a:extLst>
          </p:cNvPr>
          <p:cNvSpPr>
            <a:spLocks noGrp="1"/>
          </p:cNvSpPr>
          <p:nvPr>
            <p:ph type="title"/>
          </p:nvPr>
        </p:nvSpPr>
        <p:spPr>
          <a:xfrm>
            <a:off x="120317" y="342900"/>
            <a:ext cx="11165304" cy="640080"/>
          </a:xfrm>
        </p:spPr>
        <p:txBody>
          <a:bodyPr/>
          <a:lstStyle/>
          <a:p>
            <a:r>
              <a:rPr lang="en-US" dirty="0"/>
              <a:t>Day 4 Differential Expression: Vaccinated vs Naive Mice</a:t>
            </a:r>
          </a:p>
        </p:txBody>
      </p:sp>
      <p:sp>
        <p:nvSpPr>
          <p:cNvPr id="11" name="Picture Placeholder 10">
            <a:extLst>
              <a:ext uri="{FF2B5EF4-FFF2-40B4-BE49-F238E27FC236}">
                <a16:creationId xmlns:a16="http://schemas.microsoft.com/office/drawing/2014/main" id="{2AFE93DA-6684-C197-18D2-532E32B6BF91}"/>
              </a:ext>
            </a:extLst>
          </p:cNvPr>
          <p:cNvSpPr>
            <a:spLocks noGrp="1"/>
          </p:cNvSpPr>
          <p:nvPr>
            <p:ph type="pic" sz="quarter" idx="12"/>
          </p:nvPr>
        </p:nvSpPr>
        <p:spPr>
          <a:xfrm>
            <a:off x="7386445" y="1474621"/>
            <a:ext cx="3656964" cy="4678015"/>
          </a:xfrm>
        </p:spPr>
        <p:txBody>
          <a:bodyPr>
            <a:normAutofit fontScale="92500"/>
          </a:bodyPr>
          <a:lstStyle/>
          <a:p>
            <a:r>
              <a:rPr lang="en-US" dirty="0"/>
              <a:t>Orange: up-regulated in vaccinated mice;</a:t>
            </a:r>
          </a:p>
          <a:p>
            <a:r>
              <a:rPr lang="en-US" dirty="0"/>
              <a:t>Purple: up-regulated in naïve mice</a:t>
            </a:r>
          </a:p>
          <a:p>
            <a:endParaRPr lang="en-US" dirty="0"/>
          </a:p>
          <a:p>
            <a:r>
              <a:rPr lang="en-US" dirty="0"/>
              <a:t>Horizontal dashed line: −log10​(0.05)≈1.301;</a:t>
            </a:r>
          </a:p>
          <a:p>
            <a:r>
              <a:rPr lang="en-US" dirty="0"/>
              <a:t>Vertical dashed lines: log2​FC=−1and log2​FC=1 </a:t>
            </a:r>
          </a:p>
          <a:p>
            <a:pPr marL="0" indent="0">
              <a:buNone/>
            </a:pPr>
            <a:endParaRPr lang="en-US" dirty="0"/>
          </a:p>
        </p:txBody>
      </p:sp>
      <p:pic>
        <p:nvPicPr>
          <p:cNvPr id="5" name="Picture 4">
            <a:extLst>
              <a:ext uri="{FF2B5EF4-FFF2-40B4-BE49-F238E27FC236}">
                <a16:creationId xmlns:a16="http://schemas.microsoft.com/office/drawing/2014/main" id="{E6B4E3C1-B6E8-43C1-103C-0BBA30FD77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897" y="1474621"/>
            <a:ext cx="6473324" cy="5292654"/>
          </a:xfrm>
          <a:prstGeom prst="rect">
            <a:avLst/>
          </a:prstGeom>
        </p:spPr>
      </p:pic>
    </p:spTree>
    <p:extLst>
      <p:ext uri="{BB962C8B-B14F-4D97-AF65-F5344CB8AC3E}">
        <p14:creationId xmlns:p14="http://schemas.microsoft.com/office/powerpoint/2010/main" val="23591792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270DE0F-AE1A-604D-48AD-CE88B0813DC7}"/>
              </a:ext>
            </a:extLst>
          </p:cNvPr>
          <p:cNvSpPr>
            <a:spLocks noGrp="1"/>
          </p:cNvSpPr>
          <p:nvPr>
            <p:ph type="title"/>
          </p:nvPr>
        </p:nvSpPr>
        <p:spPr>
          <a:xfrm>
            <a:off x="0" y="294774"/>
            <a:ext cx="11261557" cy="640080"/>
          </a:xfrm>
        </p:spPr>
        <p:txBody>
          <a:bodyPr/>
          <a:lstStyle/>
          <a:p>
            <a:r>
              <a:rPr lang="en-US" dirty="0"/>
              <a:t>Day 6 Differential Expression: Vaccinated vs Naive Mice</a:t>
            </a:r>
          </a:p>
        </p:txBody>
      </p:sp>
      <p:sp>
        <p:nvSpPr>
          <p:cNvPr id="8" name="Picture Placeholder 7">
            <a:extLst>
              <a:ext uri="{FF2B5EF4-FFF2-40B4-BE49-F238E27FC236}">
                <a16:creationId xmlns:a16="http://schemas.microsoft.com/office/drawing/2014/main" id="{C1BA2BEF-09F3-38C5-89DB-2E9223456612}"/>
              </a:ext>
            </a:extLst>
          </p:cNvPr>
          <p:cNvSpPr>
            <a:spLocks noGrp="1"/>
          </p:cNvSpPr>
          <p:nvPr>
            <p:ph type="pic" sz="quarter" idx="12"/>
          </p:nvPr>
        </p:nvSpPr>
        <p:spPr/>
        <p:txBody>
          <a:bodyPr>
            <a:normAutofit fontScale="92500"/>
          </a:bodyPr>
          <a:lstStyle/>
          <a:p>
            <a:r>
              <a:rPr lang="en-US" dirty="0"/>
              <a:t>Orange: up-regulated in vaccinated mice;</a:t>
            </a:r>
          </a:p>
          <a:p>
            <a:r>
              <a:rPr lang="en-US" dirty="0"/>
              <a:t>Purple: up-regulated in naïve mice</a:t>
            </a:r>
          </a:p>
          <a:p>
            <a:endParaRPr lang="en-US" dirty="0"/>
          </a:p>
          <a:p>
            <a:r>
              <a:rPr lang="en-US" dirty="0"/>
              <a:t>Horizontal dashed line: −log10​(0.05)≈1.301;</a:t>
            </a:r>
          </a:p>
          <a:p>
            <a:r>
              <a:rPr lang="en-US" dirty="0"/>
              <a:t>Vertical dashed lines: log2​FC=−1and log2​FC=1 </a:t>
            </a:r>
          </a:p>
        </p:txBody>
      </p:sp>
      <p:pic>
        <p:nvPicPr>
          <p:cNvPr id="5" name="Picture 4">
            <a:extLst>
              <a:ext uri="{FF2B5EF4-FFF2-40B4-BE49-F238E27FC236}">
                <a16:creationId xmlns:a16="http://schemas.microsoft.com/office/drawing/2014/main" id="{A607B425-F3D0-4B34-E97C-0450E76DBB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3963" y="1516243"/>
            <a:ext cx="6400941" cy="5233473"/>
          </a:xfrm>
          <a:prstGeom prst="rect">
            <a:avLst/>
          </a:prstGeom>
        </p:spPr>
      </p:pic>
    </p:spTree>
    <p:extLst>
      <p:ext uri="{BB962C8B-B14F-4D97-AF65-F5344CB8AC3E}">
        <p14:creationId xmlns:p14="http://schemas.microsoft.com/office/powerpoint/2010/main" val="1185035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5309B63-9D45-B3FE-A9D0-7AB9C1F578EB}"/>
              </a:ext>
            </a:extLst>
          </p:cNvPr>
          <p:cNvSpPr>
            <a:spLocks noGrp="1"/>
          </p:cNvSpPr>
          <p:nvPr>
            <p:ph type="title"/>
          </p:nvPr>
        </p:nvSpPr>
        <p:spPr>
          <a:xfrm>
            <a:off x="1" y="342900"/>
            <a:ext cx="11297652" cy="640080"/>
          </a:xfrm>
        </p:spPr>
        <p:txBody>
          <a:bodyPr/>
          <a:lstStyle/>
          <a:p>
            <a:r>
              <a:rPr lang="en-US" dirty="0"/>
              <a:t>Day 11 Differential Expression: Vaccinated vs Naive Mice</a:t>
            </a:r>
          </a:p>
        </p:txBody>
      </p:sp>
      <p:sp>
        <p:nvSpPr>
          <p:cNvPr id="8" name="Picture Placeholder 7">
            <a:extLst>
              <a:ext uri="{FF2B5EF4-FFF2-40B4-BE49-F238E27FC236}">
                <a16:creationId xmlns:a16="http://schemas.microsoft.com/office/drawing/2014/main" id="{CF8FEA7B-2D4E-3C56-2FED-E7CADE094248}"/>
              </a:ext>
            </a:extLst>
          </p:cNvPr>
          <p:cNvSpPr>
            <a:spLocks noGrp="1"/>
          </p:cNvSpPr>
          <p:nvPr>
            <p:ph type="pic" sz="quarter" idx="12"/>
          </p:nvPr>
        </p:nvSpPr>
        <p:spPr/>
        <p:txBody>
          <a:bodyPr>
            <a:normAutofit fontScale="92500"/>
          </a:bodyPr>
          <a:lstStyle/>
          <a:p>
            <a:r>
              <a:rPr lang="en-US" dirty="0"/>
              <a:t>Orange: up-regulated in vaccinated mice;</a:t>
            </a:r>
          </a:p>
          <a:p>
            <a:r>
              <a:rPr lang="en-US" dirty="0"/>
              <a:t>Purple: up-regulated in naïve mice</a:t>
            </a:r>
          </a:p>
          <a:p>
            <a:pPr marL="0" indent="0">
              <a:buNone/>
            </a:pPr>
            <a:endParaRPr lang="en-US" dirty="0"/>
          </a:p>
          <a:p>
            <a:r>
              <a:rPr lang="en-US" dirty="0"/>
              <a:t>Horizontal dashed line: −log10​(0.05)≈1.301;</a:t>
            </a:r>
          </a:p>
          <a:p>
            <a:r>
              <a:rPr lang="en-US" dirty="0"/>
              <a:t>Vertical dashed lines: log2​FC=−1and log2​FC=1 </a:t>
            </a:r>
          </a:p>
        </p:txBody>
      </p:sp>
      <p:pic>
        <p:nvPicPr>
          <p:cNvPr id="5" name="Picture 4">
            <a:extLst>
              <a:ext uri="{FF2B5EF4-FFF2-40B4-BE49-F238E27FC236}">
                <a16:creationId xmlns:a16="http://schemas.microsoft.com/office/drawing/2014/main" id="{783896BF-009D-D9C4-2BDB-53F601B556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180" y="1520334"/>
            <a:ext cx="6322358" cy="5169224"/>
          </a:xfrm>
          <a:prstGeom prst="rect">
            <a:avLst/>
          </a:prstGeom>
        </p:spPr>
      </p:pic>
    </p:spTree>
    <p:extLst>
      <p:ext uri="{BB962C8B-B14F-4D97-AF65-F5344CB8AC3E}">
        <p14:creationId xmlns:p14="http://schemas.microsoft.com/office/powerpoint/2010/main" val="39775223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815A9BF-2D25-D142-C02D-5A027CDA304E}"/>
              </a:ext>
            </a:extLst>
          </p:cNvPr>
          <p:cNvSpPr>
            <a:spLocks noGrp="1"/>
          </p:cNvSpPr>
          <p:nvPr>
            <p:ph type="title"/>
          </p:nvPr>
        </p:nvSpPr>
        <p:spPr/>
        <p:txBody>
          <a:bodyPr/>
          <a:lstStyle/>
          <a:p>
            <a:r>
              <a:rPr lang="en-US" dirty="0"/>
              <a:t>Time Interaction </a:t>
            </a:r>
            <a:br>
              <a:rPr lang="en-US" dirty="0"/>
            </a:br>
            <a:r>
              <a:rPr lang="en-US" dirty="0"/>
              <a:t>Differential Expression</a:t>
            </a:r>
          </a:p>
        </p:txBody>
      </p:sp>
      <p:sp>
        <p:nvSpPr>
          <p:cNvPr id="5" name="Text Placeholder 4">
            <a:extLst>
              <a:ext uri="{FF2B5EF4-FFF2-40B4-BE49-F238E27FC236}">
                <a16:creationId xmlns:a16="http://schemas.microsoft.com/office/drawing/2014/main" id="{32EC2015-7337-8BE7-21EC-59BD7745E00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04788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A83A5-A1C8-F152-C907-B9E99FC44895}"/>
              </a:ext>
            </a:extLst>
          </p:cNvPr>
          <p:cNvSpPr>
            <a:spLocks noGrp="1"/>
          </p:cNvSpPr>
          <p:nvPr>
            <p:ph type="title"/>
          </p:nvPr>
        </p:nvSpPr>
        <p:spPr/>
        <p:txBody>
          <a:bodyPr/>
          <a:lstStyle/>
          <a:p>
            <a:r>
              <a:rPr lang="en-US" dirty="0"/>
              <a:t>Day 4 Group-by-Time Interaction Volcano Plot</a:t>
            </a:r>
          </a:p>
        </p:txBody>
      </p:sp>
      <p:pic>
        <p:nvPicPr>
          <p:cNvPr id="5" name="Picture 4">
            <a:extLst>
              <a:ext uri="{FF2B5EF4-FFF2-40B4-BE49-F238E27FC236}">
                <a16:creationId xmlns:a16="http://schemas.microsoft.com/office/drawing/2014/main" id="{6266CD78-BED1-951A-9F26-620508C8A6C2}"/>
              </a:ext>
            </a:extLst>
          </p:cNvPr>
          <p:cNvPicPr>
            <a:picLocks noChangeAspect="1"/>
          </p:cNvPicPr>
          <p:nvPr/>
        </p:nvPicPr>
        <p:blipFill>
          <a:blip r:embed="rId3"/>
          <a:stretch>
            <a:fillRect/>
          </a:stretch>
        </p:blipFill>
        <p:spPr>
          <a:xfrm>
            <a:off x="83233" y="1964190"/>
            <a:ext cx="6993880" cy="4316294"/>
          </a:xfrm>
          <a:prstGeom prst="rect">
            <a:avLst/>
          </a:prstGeom>
        </p:spPr>
      </p:pic>
      <p:pic>
        <p:nvPicPr>
          <p:cNvPr id="7" name="Picture 6">
            <a:extLst>
              <a:ext uri="{FF2B5EF4-FFF2-40B4-BE49-F238E27FC236}">
                <a16:creationId xmlns:a16="http://schemas.microsoft.com/office/drawing/2014/main" id="{EA39BB7E-9279-1D72-4E5C-033E4C3CD549}"/>
              </a:ext>
            </a:extLst>
          </p:cNvPr>
          <p:cNvPicPr>
            <a:picLocks noChangeAspect="1"/>
          </p:cNvPicPr>
          <p:nvPr/>
        </p:nvPicPr>
        <p:blipFill>
          <a:blip r:embed="rId4"/>
          <a:stretch>
            <a:fillRect/>
          </a:stretch>
        </p:blipFill>
        <p:spPr>
          <a:xfrm>
            <a:off x="7609659" y="2143521"/>
            <a:ext cx="4304149" cy="1085182"/>
          </a:xfrm>
          <a:prstGeom prst="rect">
            <a:avLst/>
          </a:prstGeom>
        </p:spPr>
      </p:pic>
      <p:sp>
        <p:nvSpPr>
          <p:cNvPr id="9" name="TextBox 8">
            <a:extLst>
              <a:ext uri="{FF2B5EF4-FFF2-40B4-BE49-F238E27FC236}">
                <a16:creationId xmlns:a16="http://schemas.microsoft.com/office/drawing/2014/main" id="{65778818-5E91-1313-61BC-C12E9150D8D9}"/>
              </a:ext>
            </a:extLst>
          </p:cNvPr>
          <p:cNvSpPr txBox="1"/>
          <p:nvPr/>
        </p:nvSpPr>
        <p:spPr>
          <a:xfrm>
            <a:off x="7609659" y="3629298"/>
            <a:ext cx="4582341" cy="1938992"/>
          </a:xfrm>
          <a:prstGeom prst="rect">
            <a:avLst/>
          </a:prstGeom>
          <a:noFill/>
        </p:spPr>
        <p:txBody>
          <a:bodyPr wrap="square">
            <a:spAutoFit/>
          </a:bodyPr>
          <a:lstStyle/>
          <a:p>
            <a:pPr marL="342900" indent="-342900">
              <a:buFont typeface="Arial" panose="020B0604020202020204" pitchFamily="34" charset="0"/>
              <a:buChar char="•"/>
            </a:pPr>
            <a:r>
              <a:rPr lang="en-US" sz="2000" dirty="0"/>
              <a:t>Positive </a:t>
            </a:r>
            <a:r>
              <a:rPr lang="en-US" sz="2000" dirty="0" err="1"/>
              <a:t>log₂FC</a:t>
            </a:r>
            <a:r>
              <a:rPr lang="en-US" sz="2000" dirty="0"/>
              <a:t> indicates a stronger day 4 change in vaccinated mice relative to naive mice.</a:t>
            </a:r>
          </a:p>
          <a:p>
            <a:pPr marL="285750" indent="-285750">
              <a:buFont typeface="Arial" panose="020B0604020202020204" pitchFamily="34" charset="0"/>
              <a:buChar char="•"/>
            </a:pPr>
            <a:r>
              <a:rPr lang="en-US" sz="2000" dirty="0"/>
              <a:t>Negative </a:t>
            </a:r>
            <a:r>
              <a:rPr lang="en-US" sz="2000" dirty="0" err="1"/>
              <a:t>log₂FC</a:t>
            </a:r>
            <a:r>
              <a:rPr lang="en-US" sz="2000" dirty="0"/>
              <a:t> indicates a stronger day 4 change in naive mice relative to vaccinated mice.</a:t>
            </a:r>
          </a:p>
        </p:txBody>
      </p:sp>
      <p:sp>
        <p:nvSpPr>
          <p:cNvPr id="11" name="TextBox 10">
            <a:extLst>
              <a:ext uri="{FF2B5EF4-FFF2-40B4-BE49-F238E27FC236}">
                <a16:creationId xmlns:a16="http://schemas.microsoft.com/office/drawing/2014/main" id="{81D8472C-40C3-4D56-7365-53B713C27CDB}"/>
              </a:ext>
            </a:extLst>
          </p:cNvPr>
          <p:cNvSpPr txBox="1"/>
          <p:nvPr/>
        </p:nvSpPr>
        <p:spPr>
          <a:xfrm>
            <a:off x="83233" y="6330434"/>
            <a:ext cx="6148136" cy="369332"/>
          </a:xfrm>
          <a:prstGeom prst="rect">
            <a:avLst/>
          </a:prstGeom>
          <a:noFill/>
        </p:spPr>
        <p:txBody>
          <a:bodyPr wrap="square">
            <a:spAutoFit/>
          </a:bodyPr>
          <a:lstStyle/>
          <a:p>
            <a:pPr marL="285750" indent="-285750">
              <a:buFont typeface="Arial" panose="020B0604020202020204" pitchFamily="34" charset="0"/>
              <a:buChar char="•"/>
            </a:pPr>
            <a:r>
              <a:rPr lang="en-US" sz="1800" dirty="0">
                <a:solidFill>
                  <a:srgbClr val="FF0000"/>
                </a:solidFill>
              </a:rPr>
              <a:t>Model reference: Naive at −2 dpi. </a:t>
            </a:r>
          </a:p>
        </p:txBody>
      </p:sp>
    </p:spTree>
    <p:extLst>
      <p:ext uri="{BB962C8B-B14F-4D97-AF65-F5344CB8AC3E}">
        <p14:creationId xmlns:p14="http://schemas.microsoft.com/office/powerpoint/2010/main" val="819112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0CCA1-84B3-8399-66C2-4F56157CA90A}"/>
              </a:ext>
            </a:extLst>
          </p:cNvPr>
          <p:cNvSpPr>
            <a:spLocks noGrp="1"/>
          </p:cNvSpPr>
          <p:nvPr>
            <p:ph type="title"/>
          </p:nvPr>
        </p:nvSpPr>
        <p:spPr/>
        <p:txBody>
          <a:bodyPr/>
          <a:lstStyle/>
          <a:p>
            <a:r>
              <a:rPr lang="en-US" dirty="0"/>
              <a:t>Significant Day 4 Group-by-Time Interactions</a:t>
            </a:r>
          </a:p>
        </p:txBody>
      </p:sp>
      <p:pic>
        <p:nvPicPr>
          <p:cNvPr id="5" name="Picture 4">
            <a:extLst>
              <a:ext uri="{FF2B5EF4-FFF2-40B4-BE49-F238E27FC236}">
                <a16:creationId xmlns:a16="http://schemas.microsoft.com/office/drawing/2014/main" id="{9D3FBC00-FE7B-5A06-1E7F-6C76AD7E135F}"/>
              </a:ext>
            </a:extLst>
          </p:cNvPr>
          <p:cNvPicPr>
            <a:picLocks noChangeAspect="1"/>
          </p:cNvPicPr>
          <p:nvPr/>
        </p:nvPicPr>
        <p:blipFill>
          <a:blip r:embed="rId3"/>
          <a:stretch>
            <a:fillRect/>
          </a:stretch>
        </p:blipFill>
        <p:spPr>
          <a:xfrm>
            <a:off x="0" y="1846375"/>
            <a:ext cx="12192000" cy="4344345"/>
          </a:xfrm>
          <a:prstGeom prst="rect">
            <a:avLst/>
          </a:prstGeom>
        </p:spPr>
      </p:pic>
      <p:sp>
        <p:nvSpPr>
          <p:cNvPr id="8" name="TextBox 7">
            <a:extLst>
              <a:ext uri="{FF2B5EF4-FFF2-40B4-BE49-F238E27FC236}">
                <a16:creationId xmlns:a16="http://schemas.microsoft.com/office/drawing/2014/main" id="{0EF5FA87-B743-9DC2-A26D-5BBC74626FF2}"/>
              </a:ext>
            </a:extLst>
          </p:cNvPr>
          <p:cNvSpPr txBox="1"/>
          <p:nvPr/>
        </p:nvSpPr>
        <p:spPr>
          <a:xfrm>
            <a:off x="341673" y="6330434"/>
            <a:ext cx="5656677" cy="369332"/>
          </a:xfrm>
          <a:prstGeom prst="rect">
            <a:avLst/>
          </a:prstGeom>
          <a:noFill/>
        </p:spPr>
        <p:txBody>
          <a:bodyPr wrap="none" rtlCol="0">
            <a:spAutoFit/>
          </a:bodyPr>
          <a:lstStyle/>
          <a:p>
            <a:r>
              <a:rPr lang="en-US" dirty="0"/>
              <a:t>*The large dot on the line is the </a:t>
            </a:r>
            <a:r>
              <a:rPr lang="en-US" b="1" dirty="0"/>
              <a:t>group median </a:t>
            </a:r>
            <a:r>
              <a:rPr lang="en-US" dirty="0"/>
              <a:t>at each day.</a:t>
            </a:r>
          </a:p>
        </p:txBody>
      </p:sp>
    </p:spTree>
    <p:extLst>
      <p:ext uri="{BB962C8B-B14F-4D97-AF65-F5344CB8AC3E}">
        <p14:creationId xmlns:p14="http://schemas.microsoft.com/office/powerpoint/2010/main" val="1965977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A4FD0-2807-2024-C6FE-BB95F738067D}"/>
              </a:ext>
            </a:extLst>
          </p:cNvPr>
          <p:cNvSpPr>
            <a:spLocks noGrp="1"/>
          </p:cNvSpPr>
          <p:nvPr>
            <p:ph type="title"/>
          </p:nvPr>
        </p:nvSpPr>
        <p:spPr/>
        <p:txBody>
          <a:bodyPr/>
          <a:lstStyle/>
          <a:p>
            <a:r>
              <a:rPr lang="en-US" dirty="0"/>
              <a:t>Expression Trajectories of Day 4 Interaction Genes</a:t>
            </a:r>
          </a:p>
        </p:txBody>
      </p:sp>
      <p:pic>
        <p:nvPicPr>
          <p:cNvPr id="5" name="Picture 4">
            <a:extLst>
              <a:ext uri="{FF2B5EF4-FFF2-40B4-BE49-F238E27FC236}">
                <a16:creationId xmlns:a16="http://schemas.microsoft.com/office/drawing/2014/main" id="{CC044092-9B5B-19B7-8566-3709FD0D528E}"/>
              </a:ext>
            </a:extLst>
          </p:cNvPr>
          <p:cNvPicPr>
            <a:picLocks noChangeAspect="1"/>
          </p:cNvPicPr>
          <p:nvPr/>
        </p:nvPicPr>
        <p:blipFill>
          <a:blip r:embed="rId3"/>
          <a:stretch>
            <a:fillRect/>
          </a:stretch>
        </p:blipFill>
        <p:spPr>
          <a:xfrm>
            <a:off x="0" y="2013925"/>
            <a:ext cx="12192000" cy="3821391"/>
          </a:xfrm>
          <a:prstGeom prst="rect">
            <a:avLst/>
          </a:prstGeom>
        </p:spPr>
      </p:pic>
      <p:sp>
        <p:nvSpPr>
          <p:cNvPr id="7" name="TextBox 6">
            <a:extLst>
              <a:ext uri="{FF2B5EF4-FFF2-40B4-BE49-F238E27FC236}">
                <a16:creationId xmlns:a16="http://schemas.microsoft.com/office/drawing/2014/main" id="{3E2AD267-829F-F294-2986-7EFA407AA38E}"/>
              </a:ext>
            </a:extLst>
          </p:cNvPr>
          <p:cNvSpPr txBox="1"/>
          <p:nvPr/>
        </p:nvSpPr>
        <p:spPr>
          <a:xfrm>
            <a:off x="303797" y="6330434"/>
            <a:ext cx="11029950" cy="369332"/>
          </a:xfrm>
          <a:prstGeom prst="rect">
            <a:avLst/>
          </a:prstGeom>
          <a:noFill/>
        </p:spPr>
        <p:txBody>
          <a:bodyPr wrap="square">
            <a:spAutoFit/>
          </a:bodyPr>
          <a:lstStyle/>
          <a:p>
            <a:r>
              <a:rPr lang="en-US" dirty="0"/>
              <a:t>* Y-axis is shown on a log10 scale; 1 was added to allow zero counts to be plotted.</a:t>
            </a:r>
          </a:p>
        </p:txBody>
      </p:sp>
    </p:spTree>
    <p:extLst>
      <p:ext uri="{BB962C8B-B14F-4D97-AF65-F5344CB8AC3E}">
        <p14:creationId xmlns:p14="http://schemas.microsoft.com/office/powerpoint/2010/main" val="4257767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DD0D0-234A-AB22-B7DB-BD8633B1D1CF}"/>
              </a:ext>
            </a:extLst>
          </p:cNvPr>
          <p:cNvSpPr>
            <a:spLocks noGrp="1"/>
          </p:cNvSpPr>
          <p:nvPr>
            <p:ph type="title"/>
          </p:nvPr>
        </p:nvSpPr>
        <p:spPr/>
        <p:txBody>
          <a:bodyPr/>
          <a:lstStyle/>
          <a:p>
            <a:r>
              <a:rPr lang="en-US" dirty="0"/>
              <a:t>Day 6 Group-by-Time Interaction Volcano Plot</a:t>
            </a:r>
          </a:p>
        </p:txBody>
      </p:sp>
      <p:pic>
        <p:nvPicPr>
          <p:cNvPr id="5" name="Picture 4">
            <a:extLst>
              <a:ext uri="{FF2B5EF4-FFF2-40B4-BE49-F238E27FC236}">
                <a16:creationId xmlns:a16="http://schemas.microsoft.com/office/drawing/2014/main" id="{D85C39CE-3F65-413D-C92C-00E6FA770ED9}"/>
              </a:ext>
            </a:extLst>
          </p:cNvPr>
          <p:cNvPicPr>
            <a:picLocks noChangeAspect="1"/>
          </p:cNvPicPr>
          <p:nvPr/>
        </p:nvPicPr>
        <p:blipFill>
          <a:blip r:embed="rId3"/>
          <a:stretch>
            <a:fillRect/>
          </a:stretch>
        </p:blipFill>
        <p:spPr>
          <a:xfrm>
            <a:off x="62090" y="1822661"/>
            <a:ext cx="7435516" cy="4592912"/>
          </a:xfrm>
          <a:prstGeom prst="rect">
            <a:avLst/>
          </a:prstGeom>
        </p:spPr>
      </p:pic>
      <p:pic>
        <p:nvPicPr>
          <p:cNvPr id="7" name="Picture 6">
            <a:extLst>
              <a:ext uri="{FF2B5EF4-FFF2-40B4-BE49-F238E27FC236}">
                <a16:creationId xmlns:a16="http://schemas.microsoft.com/office/drawing/2014/main" id="{3BEEAFBF-2DAB-5607-436E-2DAE14AEC99B}"/>
              </a:ext>
            </a:extLst>
          </p:cNvPr>
          <p:cNvPicPr>
            <a:picLocks noChangeAspect="1"/>
          </p:cNvPicPr>
          <p:nvPr/>
        </p:nvPicPr>
        <p:blipFill>
          <a:blip r:embed="rId4"/>
          <a:stretch>
            <a:fillRect/>
          </a:stretch>
        </p:blipFill>
        <p:spPr>
          <a:xfrm>
            <a:off x="7767423" y="1095286"/>
            <a:ext cx="3779848" cy="5419814"/>
          </a:xfrm>
          <a:prstGeom prst="rect">
            <a:avLst/>
          </a:prstGeom>
        </p:spPr>
      </p:pic>
      <p:sp>
        <p:nvSpPr>
          <p:cNvPr id="9" name="TextBox 8">
            <a:extLst>
              <a:ext uri="{FF2B5EF4-FFF2-40B4-BE49-F238E27FC236}">
                <a16:creationId xmlns:a16="http://schemas.microsoft.com/office/drawing/2014/main" id="{5403F314-836D-A7AF-C06C-7D70843B1343}"/>
              </a:ext>
            </a:extLst>
          </p:cNvPr>
          <p:cNvSpPr txBox="1"/>
          <p:nvPr/>
        </p:nvSpPr>
        <p:spPr>
          <a:xfrm>
            <a:off x="195512" y="6330434"/>
            <a:ext cx="6093994"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FF0000"/>
                </a:solidFill>
              </a:rPr>
              <a:t>Model reference: Naive at −2 dpi. </a:t>
            </a:r>
          </a:p>
        </p:txBody>
      </p:sp>
    </p:spTree>
    <p:extLst>
      <p:ext uri="{BB962C8B-B14F-4D97-AF65-F5344CB8AC3E}">
        <p14:creationId xmlns:p14="http://schemas.microsoft.com/office/powerpoint/2010/main" val="12640962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771A7-A70C-4A05-70AD-5A2672277EDE}"/>
              </a:ext>
            </a:extLst>
          </p:cNvPr>
          <p:cNvSpPr>
            <a:spLocks noGrp="1"/>
          </p:cNvSpPr>
          <p:nvPr>
            <p:ph type="title"/>
          </p:nvPr>
        </p:nvSpPr>
        <p:spPr>
          <a:xfrm>
            <a:off x="0" y="223451"/>
            <a:ext cx="11141241" cy="640080"/>
          </a:xfrm>
        </p:spPr>
        <p:txBody>
          <a:bodyPr/>
          <a:lstStyle/>
          <a:p>
            <a:r>
              <a:rPr lang="en-US" dirty="0"/>
              <a:t>Significant Day 6 Group-by-Time Interactions Examples</a:t>
            </a:r>
          </a:p>
        </p:txBody>
      </p:sp>
      <p:pic>
        <p:nvPicPr>
          <p:cNvPr id="5" name="Picture 4">
            <a:extLst>
              <a:ext uri="{FF2B5EF4-FFF2-40B4-BE49-F238E27FC236}">
                <a16:creationId xmlns:a16="http://schemas.microsoft.com/office/drawing/2014/main" id="{690FD1E5-5BA6-4A4F-358B-5B10993A15A1}"/>
              </a:ext>
            </a:extLst>
          </p:cNvPr>
          <p:cNvPicPr>
            <a:picLocks noChangeAspect="1"/>
          </p:cNvPicPr>
          <p:nvPr/>
        </p:nvPicPr>
        <p:blipFill>
          <a:blip r:embed="rId3"/>
          <a:stretch>
            <a:fillRect/>
          </a:stretch>
        </p:blipFill>
        <p:spPr>
          <a:xfrm>
            <a:off x="0" y="1436089"/>
            <a:ext cx="12192000" cy="5285232"/>
          </a:xfrm>
          <a:prstGeom prst="rect">
            <a:avLst/>
          </a:prstGeom>
        </p:spPr>
      </p:pic>
    </p:spTree>
    <p:extLst>
      <p:ext uri="{BB962C8B-B14F-4D97-AF65-F5344CB8AC3E}">
        <p14:creationId xmlns:p14="http://schemas.microsoft.com/office/powerpoint/2010/main" val="27442932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00AA1-E7A8-8674-CEDD-7111E59CE77C}"/>
              </a:ext>
            </a:extLst>
          </p:cNvPr>
          <p:cNvSpPr>
            <a:spLocks noGrp="1"/>
          </p:cNvSpPr>
          <p:nvPr>
            <p:ph type="title"/>
          </p:nvPr>
        </p:nvSpPr>
        <p:spPr/>
        <p:txBody>
          <a:bodyPr/>
          <a:lstStyle/>
          <a:p>
            <a:r>
              <a:rPr lang="en-US" dirty="0"/>
              <a:t>Expression Trajectories of Day 6 Interaction Genes</a:t>
            </a:r>
          </a:p>
        </p:txBody>
      </p:sp>
      <p:pic>
        <p:nvPicPr>
          <p:cNvPr id="7" name="Picture 6">
            <a:extLst>
              <a:ext uri="{FF2B5EF4-FFF2-40B4-BE49-F238E27FC236}">
                <a16:creationId xmlns:a16="http://schemas.microsoft.com/office/drawing/2014/main" id="{C82B37DA-B624-74F0-E61B-787D43DC46EF}"/>
              </a:ext>
            </a:extLst>
          </p:cNvPr>
          <p:cNvPicPr>
            <a:picLocks noChangeAspect="1"/>
          </p:cNvPicPr>
          <p:nvPr/>
        </p:nvPicPr>
        <p:blipFill>
          <a:blip r:embed="rId3"/>
          <a:stretch>
            <a:fillRect/>
          </a:stretch>
        </p:blipFill>
        <p:spPr>
          <a:xfrm>
            <a:off x="0" y="1457426"/>
            <a:ext cx="12192000" cy="5242559"/>
          </a:xfrm>
          <a:prstGeom prst="rect">
            <a:avLst/>
          </a:prstGeom>
        </p:spPr>
      </p:pic>
    </p:spTree>
    <p:extLst>
      <p:ext uri="{BB962C8B-B14F-4D97-AF65-F5344CB8AC3E}">
        <p14:creationId xmlns:p14="http://schemas.microsoft.com/office/powerpoint/2010/main" val="3563158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5592A-34AD-FAF9-E294-35CD901041BE}"/>
              </a:ext>
            </a:extLst>
          </p:cNvPr>
          <p:cNvSpPr>
            <a:spLocks noGrp="1"/>
          </p:cNvSpPr>
          <p:nvPr>
            <p:ph type="title"/>
          </p:nvPr>
        </p:nvSpPr>
        <p:spPr/>
        <p:txBody>
          <a:bodyPr/>
          <a:lstStyle/>
          <a:p>
            <a:r>
              <a:rPr lang="en-US" dirty="0"/>
              <a:t>Day 11 Group-by-Time Interaction Volcano Plot</a:t>
            </a:r>
          </a:p>
        </p:txBody>
      </p:sp>
      <p:pic>
        <p:nvPicPr>
          <p:cNvPr id="5" name="Picture 4">
            <a:extLst>
              <a:ext uri="{FF2B5EF4-FFF2-40B4-BE49-F238E27FC236}">
                <a16:creationId xmlns:a16="http://schemas.microsoft.com/office/drawing/2014/main" id="{9D1CEBF6-74F8-0B62-0C24-9B22A10A4074}"/>
              </a:ext>
            </a:extLst>
          </p:cNvPr>
          <p:cNvPicPr>
            <a:picLocks noChangeAspect="1"/>
          </p:cNvPicPr>
          <p:nvPr/>
        </p:nvPicPr>
        <p:blipFill>
          <a:blip r:embed="rId3"/>
          <a:stretch>
            <a:fillRect/>
          </a:stretch>
        </p:blipFill>
        <p:spPr>
          <a:xfrm>
            <a:off x="173076" y="1508711"/>
            <a:ext cx="7543800" cy="4661750"/>
          </a:xfrm>
          <a:prstGeom prst="rect">
            <a:avLst/>
          </a:prstGeom>
        </p:spPr>
      </p:pic>
      <p:pic>
        <p:nvPicPr>
          <p:cNvPr id="7" name="Picture 6">
            <a:extLst>
              <a:ext uri="{FF2B5EF4-FFF2-40B4-BE49-F238E27FC236}">
                <a16:creationId xmlns:a16="http://schemas.microsoft.com/office/drawing/2014/main" id="{38B5BDF8-B18D-24C7-94B8-124309E3193B}"/>
              </a:ext>
            </a:extLst>
          </p:cNvPr>
          <p:cNvPicPr>
            <a:picLocks noChangeAspect="1"/>
          </p:cNvPicPr>
          <p:nvPr/>
        </p:nvPicPr>
        <p:blipFill>
          <a:blip r:embed="rId4"/>
          <a:stretch>
            <a:fillRect/>
          </a:stretch>
        </p:blipFill>
        <p:spPr>
          <a:xfrm>
            <a:off x="7873285" y="1855591"/>
            <a:ext cx="4145639" cy="3676207"/>
          </a:xfrm>
          <a:prstGeom prst="rect">
            <a:avLst/>
          </a:prstGeom>
        </p:spPr>
      </p:pic>
      <p:sp>
        <p:nvSpPr>
          <p:cNvPr id="9" name="TextBox 8">
            <a:extLst>
              <a:ext uri="{FF2B5EF4-FFF2-40B4-BE49-F238E27FC236}">
                <a16:creationId xmlns:a16="http://schemas.microsoft.com/office/drawing/2014/main" id="{781B3F30-F5EE-BC0C-582C-580E057169BD}"/>
              </a:ext>
            </a:extLst>
          </p:cNvPr>
          <p:cNvSpPr txBox="1"/>
          <p:nvPr/>
        </p:nvSpPr>
        <p:spPr>
          <a:xfrm>
            <a:off x="2006" y="6326860"/>
            <a:ext cx="6093994" cy="369332"/>
          </a:xfrm>
          <a:prstGeom prst="rect">
            <a:avLst/>
          </a:prstGeom>
          <a:noFill/>
        </p:spPr>
        <p:txBody>
          <a:bodyPr wrap="square">
            <a:spAutoFit/>
          </a:bodyPr>
          <a:lstStyle/>
          <a:p>
            <a:pPr marL="285750" indent="-285750">
              <a:buFont typeface="Arial" panose="020B0604020202020204" pitchFamily="34" charset="0"/>
              <a:buChar char="•"/>
            </a:pPr>
            <a:r>
              <a:rPr lang="en-US" dirty="0">
                <a:solidFill>
                  <a:srgbClr val="FF0000"/>
                </a:solidFill>
              </a:rPr>
              <a:t>Model reference: Naive at −2 dpi. </a:t>
            </a:r>
          </a:p>
        </p:txBody>
      </p:sp>
    </p:spTree>
    <p:extLst>
      <p:ext uri="{BB962C8B-B14F-4D97-AF65-F5344CB8AC3E}">
        <p14:creationId xmlns:p14="http://schemas.microsoft.com/office/powerpoint/2010/main" val="38354377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28107-764F-5006-914B-5CF74F45C203}"/>
              </a:ext>
            </a:extLst>
          </p:cNvPr>
          <p:cNvSpPr>
            <a:spLocks noGrp="1"/>
          </p:cNvSpPr>
          <p:nvPr>
            <p:ph type="title"/>
          </p:nvPr>
        </p:nvSpPr>
        <p:spPr>
          <a:xfrm>
            <a:off x="1022685" y="246647"/>
            <a:ext cx="9204158" cy="640080"/>
          </a:xfrm>
        </p:spPr>
        <p:txBody>
          <a:bodyPr/>
          <a:lstStyle/>
          <a:p>
            <a:r>
              <a:rPr lang="en-US" dirty="0"/>
              <a:t>Significant Day 11 Group-by-Time Interactions</a:t>
            </a:r>
          </a:p>
        </p:txBody>
      </p:sp>
      <p:pic>
        <p:nvPicPr>
          <p:cNvPr id="7" name="Picture 6">
            <a:extLst>
              <a:ext uri="{FF2B5EF4-FFF2-40B4-BE49-F238E27FC236}">
                <a16:creationId xmlns:a16="http://schemas.microsoft.com/office/drawing/2014/main" id="{51A39841-188F-B307-BDF6-32F639A0F0F8}"/>
              </a:ext>
            </a:extLst>
          </p:cNvPr>
          <p:cNvPicPr>
            <a:picLocks noChangeAspect="1"/>
          </p:cNvPicPr>
          <p:nvPr/>
        </p:nvPicPr>
        <p:blipFill>
          <a:blip r:embed="rId3"/>
          <a:stretch>
            <a:fillRect/>
          </a:stretch>
        </p:blipFill>
        <p:spPr>
          <a:xfrm>
            <a:off x="0" y="1172807"/>
            <a:ext cx="11871633" cy="5685193"/>
          </a:xfrm>
          <a:prstGeom prst="rect">
            <a:avLst/>
          </a:prstGeom>
        </p:spPr>
      </p:pic>
    </p:spTree>
    <p:extLst>
      <p:ext uri="{BB962C8B-B14F-4D97-AF65-F5344CB8AC3E}">
        <p14:creationId xmlns:p14="http://schemas.microsoft.com/office/powerpoint/2010/main" val="16084210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1F86B-11D7-559F-651D-74BEC37E45B0}"/>
              </a:ext>
            </a:extLst>
          </p:cNvPr>
          <p:cNvSpPr>
            <a:spLocks noGrp="1"/>
          </p:cNvSpPr>
          <p:nvPr>
            <p:ph type="title"/>
          </p:nvPr>
        </p:nvSpPr>
        <p:spPr/>
        <p:txBody>
          <a:bodyPr/>
          <a:lstStyle/>
          <a:p>
            <a:r>
              <a:rPr lang="en-US" dirty="0"/>
              <a:t>Significant Day 11 Group-by-Time Interactions</a:t>
            </a:r>
          </a:p>
        </p:txBody>
      </p:sp>
      <p:pic>
        <p:nvPicPr>
          <p:cNvPr id="5" name="Picture 4">
            <a:extLst>
              <a:ext uri="{FF2B5EF4-FFF2-40B4-BE49-F238E27FC236}">
                <a16:creationId xmlns:a16="http://schemas.microsoft.com/office/drawing/2014/main" id="{B82847B3-D078-3804-B6DD-029312B8B15D}"/>
              </a:ext>
            </a:extLst>
          </p:cNvPr>
          <p:cNvPicPr>
            <a:picLocks noChangeAspect="1"/>
          </p:cNvPicPr>
          <p:nvPr/>
        </p:nvPicPr>
        <p:blipFill>
          <a:blip r:embed="rId2"/>
          <a:stretch>
            <a:fillRect/>
          </a:stretch>
        </p:blipFill>
        <p:spPr>
          <a:xfrm>
            <a:off x="0" y="1920240"/>
            <a:ext cx="12192000" cy="3017520"/>
          </a:xfrm>
          <a:prstGeom prst="rect">
            <a:avLst/>
          </a:prstGeom>
        </p:spPr>
      </p:pic>
    </p:spTree>
    <p:extLst>
      <p:ext uri="{BB962C8B-B14F-4D97-AF65-F5344CB8AC3E}">
        <p14:creationId xmlns:p14="http://schemas.microsoft.com/office/powerpoint/2010/main" val="1269182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A0993-BF8B-EA48-870A-C527CD102615}"/>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244A4E4C-3526-0205-C5AA-BC7155AF3C9E}"/>
              </a:ext>
            </a:extLst>
          </p:cNvPr>
          <p:cNvPicPr>
            <a:picLocks noChangeAspect="1"/>
          </p:cNvPicPr>
          <p:nvPr/>
        </p:nvPicPr>
        <p:blipFill>
          <a:blip r:embed="rId3"/>
          <a:stretch>
            <a:fillRect/>
          </a:stretch>
        </p:blipFill>
        <p:spPr>
          <a:xfrm>
            <a:off x="226996" y="0"/>
            <a:ext cx="10607040" cy="6858000"/>
          </a:xfrm>
          <a:prstGeom prst="rect">
            <a:avLst/>
          </a:prstGeom>
        </p:spPr>
      </p:pic>
    </p:spTree>
    <p:extLst>
      <p:ext uri="{BB962C8B-B14F-4D97-AF65-F5344CB8AC3E}">
        <p14:creationId xmlns:p14="http://schemas.microsoft.com/office/powerpoint/2010/main" val="23154480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78347-E363-7BC7-8813-AD11610447C2}"/>
              </a:ext>
            </a:extLst>
          </p:cNvPr>
          <p:cNvSpPr>
            <a:spLocks noGrp="1"/>
          </p:cNvSpPr>
          <p:nvPr>
            <p:ph type="title"/>
          </p:nvPr>
        </p:nvSpPr>
        <p:spPr>
          <a:xfrm>
            <a:off x="167" y="246647"/>
            <a:ext cx="11718758" cy="640080"/>
          </a:xfrm>
        </p:spPr>
        <p:txBody>
          <a:bodyPr/>
          <a:lstStyle/>
          <a:p>
            <a:r>
              <a:rPr lang="en-US" dirty="0"/>
              <a:t>Expression Patterns of Significant Time Interaction Genes</a:t>
            </a:r>
          </a:p>
        </p:txBody>
      </p:sp>
      <p:pic>
        <p:nvPicPr>
          <p:cNvPr id="5" name="Picture 4">
            <a:extLst>
              <a:ext uri="{FF2B5EF4-FFF2-40B4-BE49-F238E27FC236}">
                <a16:creationId xmlns:a16="http://schemas.microsoft.com/office/drawing/2014/main" id="{15373B6F-C5A9-1872-4F1D-6AE1FD8B1403}"/>
              </a:ext>
            </a:extLst>
          </p:cNvPr>
          <p:cNvPicPr>
            <a:picLocks noChangeAspect="1"/>
          </p:cNvPicPr>
          <p:nvPr/>
        </p:nvPicPr>
        <p:blipFill>
          <a:blip r:embed="rId3"/>
          <a:stretch>
            <a:fillRect/>
          </a:stretch>
        </p:blipFill>
        <p:spPr>
          <a:xfrm>
            <a:off x="739514" y="982980"/>
            <a:ext cx="10240065" cy="5875020"/>
          </a:xfrm>
          <a:prstGeom prst="rect">
            <a:avLst/>
          </a:prstGeom>
        </p:spPr>
      </p:pic>
    </p:spTree>
    <p:extLst>
      <p:ext uri="{BB962C8B-B14F-4D97-AF65-F5344CB8AC3E}">
        <p14:creationId xmlns:p14="http://schemas.microsoft.com/office/powerpoint/2010/main" val="18055932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222C02-25B2-B516-9C3F-6702012F8C79}"/>
              </a:ext>
            </a:extLst>
          </p:cNvPr>
          <p:cNvSpPr>
            <a:spLocks noGrp="1"/>
          </p:cNvSpPr>
          <p:nvPr>
            <p:ph type="title"/>
          </p:nvPr>
        </p:nvSpPr>
        <p:spPr/>
        <p:txBody>
          <a:bodyPr/>
          <a:lstStyle/>
          <a:p>
            <a:r>
              <a:rPr lang="en-US" dirty="0"/>
              <a:t>Shared Time Effect Analysis</a:t>
            </a:r>
          </a:p>
        </p:txBody>
      </p:sp>
      <p:sp>
        <p:nvSpPr>
          <p:cNvPr id="5" name="Text Placeholder 4">
            <a:extLst>
              <a:ext uri="{FF2B5EF4-FFF2-40B4-BE49-F238E27FC236}">
                <a16:creationId xmlns:a16="http://schemas.microsoft.com/office/drawing/2014/main" id="{5E6D7F8E-9D49-F757-E126-70872D94528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9985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57425-FCAF-D13B-A032-282C4B86E203}"/>
              </a:ext>
            </a:extLst>
          </p:cNvPr>
          <p:cNvSpPr>
            <a:spLocks noGrp="1"/>
          </p:cNvSpPr>
          <p:nvPr>
            <p:ph type="title"/>
          </p:nvPr>
        </p:nvSpPr>
        <p:spPr/>
        <p:txBody>
          <a:bodyPr/>
          <a:lstStyle/>
          <a:p>
            <a:r>
              <a:rPr lang="en-US" dirty="0"/>
              <a:t>Day 4 Shared Time Effect Volcano Plot</a:t>
            </a:r>
          </a:p>
        </p:txBody>
      </p:sp>
      <p:sp>
        <p:nvSpPr>
          <p:cNvPr id="7" name="Picture Placeholder 6">
            <a:extLst>
              <a:ext uri="{FF2B5EF4-FFF2-40B4-BE49-F238E27FC236}">
                <a16:creationId xmlns:a16="http://schemas.microsoft.com/office/drawing/2014/main" id="{830C1984-2BA6-E93E-8325-10D91039D607}"/>
              </a:ext>
            </a:extLst>
          </p:cNvPr>
          <p:cNvSpPr>
            <a:spLocks noGrp="1"/>
          </p:cNvSpPr>
          <p:nvPr>
            <p:ph type="pic" sz="quarter" idx="12"/>
          </p:nvPr>
        </p:nvSpPr>
        <p:spPr>
          <a:xfrm>
            <a:off x="8041975" y="1561565"/>
            <a:ext cx="4276165" cy="4678015"/>
          </a:xfrm>
        </p:spPr>
        <p:txBody>
          <a:bodyPr/>
          <a:lstStyle/>
          <a:p>
            <a:r>
              <a:rPr lang="en-US" dirty="0"/>
              <a:t>Orange: upregulated at Day 4 vs baseline</a:t>
            </a:r>
          </a:p>
          <a:p>
            <a:r>
              <a:rPr lang="en-US" dirty="0"/>
              <a:t>Purple: downregulated at Day 4 vs baseline</a:t>
            </a:r>
          </a:p>
          <a:p>
            <a:endParaRPr lang="en-US" dirty="0"/>
          </a:p>
          <a:p>
            <a:r>
              <a:rPr lang="en-US" dirty="0"/>
              <a:t>Interaction-significant genes excluded</a:t>
            </a:r>
          </a:p>
        </p:txBody>
      </p:sp>
      <p:pic>
        <p:nvPicPr>
          <p:cNvPr id="5" name="Picture 4">
            <a:extLst>
              <a:ext uri="{FF2B5EF4-FFF2-40B4-BE49-F238E27FC236}">
                <a16:creationId xmlns:a16="http://schemas.microsoft.com/office/drawing/2014/main" id="{1FE28449-0F11-6C5B-E862-4AB280481089}"/>
              </a:ext>
            </a:extLst>
          </p:cNvPr>
          <p:cNvPicPr>
            <a:picLocks noChangeAspect="1"/>
          </p:cNvPicPr>
          <p:nvPr/>
        </p:nvPicPr>
        <p:blipFill>
          <a:blip r:embed="rId3"/>
          <a:stretch>
            <a:fillRect/>
          </a:stretch>
        </p:blipFill>
        <p:spPr>
          <a:xfrm>
            <a:off x="0" y="1632661"/>
            <a:ext cx="7915835" cy="4882439"/>
          </a:xfrm>
          <a:prstGeom prst="rect">
            <a:avLst/>
          </a:prstGeom>
        </p:spPr>
      </p:pic>
    </p:spTree>
    <p:extLst>
      <p:ext uri="{BB962C8B-B14F-4D97-AF65-F5344CB8AC3E}">
        <p14:creationId xmlns:p14="http://schemas.microsoft.com/office/powerpoint/2010/main" val="1566795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2EE765-8557-666B-9816-1F89EA718B80}"/>
              </a:ext>
            </a:extLst>
          </p:cNvPr>
          <p:cNvSpPr>
            <a:spLocks noGrp="1"/>
          </p:cNvSpPr>
          <p:nvPr>
            <p:ph type="title"/>
          </p:nvPr>
        </p:nvSpPr>
        <p:spPr/>
        <p:txBody>
          <a:bodyPr/>
          <a:lstStyle/>
          <a:p>
            <a:r>
              <a:rPr lang="en-US" dirty="0"/>
              <a:t>Day 6 Shared Time Effect Volcano Plot</a:t>
            </a:r>
          </a:p>
        </p:txBody>
      </p:sp>
      <p:sp>
        <p:nvSpPr>
          <p:cNvPr id="7" name="Picture Placeholder 6">
            <a:extLst>
              <a:ext uri="{FF2B5EF4-FFF2-40B4-BE49-F238E27FC236}">
                <a16:creationId xmlns:a16="http://schemas.microsoft.com/office/drawing/2014/main" id="{2A84159F-E1CF-B73D-41DB-CEDC3A91FDAC}"/>
              </a:ext>
            </a:extLst>
          </p:cNvPr>
          <p:cNvSpPr>
            <a:spLocks noGrp="1"/>
          </p:cNvSpPr>
          <p:nvPr>
            <p:ph type="pic" sz="quarter" idx="12"/>
          </p:nvPr>
        </p:nvSpPr>
        <p:spPr/>
        <p:txBody>
          <a:bodyPr/>
          <a:lstStyle/>
          <a:p>
            <a:r>
              <a:rPr lang="en-US" dirty="0"/>
              <a:t>Orange: upregulated at Day 6 vs baseline</a:t>
            </a:r>
          </a:p>
          <a:p>
            <a:r>
              <a:rPr lang="en-US" dirty="0"/>
              <a:t>Purple: downregulated at Day 6 vs baseline</a:t>
            </a:r>
          </a:p>
          <a:p>
            <a:endParaRPr lang="en-US" dirty="0"/>
          </a:p>
        </p:txBody>
      </p:sp>
      <p:pic>
        <p:nvPicPr>
          <p:cNvPr id="5" name="Picture 4">
            <a:extLst>
              <a:ext uri="{FF2B5EF4-FFF2-40B4-BE49-F238E27FC236}">
                <a16:creationId xmlns:a16="http://schemas.microsoft.com/office/drawing/2014/main" id="{406FDC16-3534-99B5-D410-4C723595618D}"/>
              </a:ext>
            </a:extLst>
          </p:cNvPr>
          <p:cNvPicPr>
            <a:picLocks noChangeAspect="1"/>
          </p:cNvPicPr>
          <p:nvPr/>
        </p:nvPicPr>
        <p:blipFill>
          <a:blip r:embed="rId3"/>
          <a:stretch>
            <a:fillRect/>
          </a:stretch>
        </p:blipFill>
        <p:spPr>
          <a:xfrm>
            <a:off x="0" y="1657255"/>
            <a:ext cx="7683372" cy="4741540"/>
          </a:xfrm>
          <a:prstGeom prst="rect">
            <a:avLst/>
          </a:prstGeom>
        </p:spPr>
      </p:pic>
    </p:spTree>
    <p:extLst>
      <p:ext uri="{BB962C8B-B14F-4D97-AF65-F5344CB8AC3E}">
        <p14:creationId xmlns:p14="http://schemas.microsoft.com/office/powerpoint/2010/main" val="40358960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9B65B-7C43-1666-75C0-314C8C5DBAD6}"/>
              </a:ext>
            </a:extLst>
          </p:cNvPr>
          <p:cNvSpPr>
            <a:spLocks noGrp="1"/>
          </p:cNvSpPr>
          <p:nvPr>
            <p:ph type="title"/>
          </p:nvPr>
        </p:nvSpPr>
        <p:spPr/>
        <p:txBody>
          <a:bodyPr/>
          <a:lstStyle/>
          <a:p>
            <a:r>
              <a:rPr lang="en-US" dirty="0"/>
              <a:t>Day 11 Shared Time Effect Volcano Plot</a:t>
            </a:r>
          </a:p>
        </p:txBody>
      </p:sp>
      <p:sp>
        <p:nvSpPr>
          <p:cNvPr id="7" name="Picture Placeholder 6">
            <a:extLst>
              <a:ext uri="{FF2B5EF4-FFF2-40B4-BE49-F238E27FC236}">
                <a16:creationId xmlns:a16="http://schemas.microsoft.com/office/drawing/2014/main" id="{8FA2FB31-785E-51C6-25F1-4CEA88C0A25C}"/>
              </a:ext>
            </a:extLst>
          </p:cNvPr>
          <p:cNvSpPr>
            <a:spLocks noGrp="1"/>
          </p:cNvSpPr>
          <p:nvPr>
            <p:ph type="pic" sz="quarter" idx="12"/>
          </p:nvPr>
        </p:nvSpPr>
        <p:spPr/>
        <p:txBody>
          <a:bodyPr/>
          <a:lstStyle/>
          <a:p>
            <a:r>
              <a:rPr lang="en-US" dirty="0"/>
              <a:t>Orange: upregulated at Day 6 vs baseline</a:t>
            </a:r>
          </a:p>
          <a:p>
            <a:r>
              <a:rPr lang="en-US" dirty="0"/>
              <a:t>Purple: downregulated at Day 6 vs baseline</a:t>
            </a:r>
          </a:p>
          <a:p>
            <a:endParaRPr lang="en-US" dirty="0"/>
          </a:p>
        </p:txBody>
      </p:sp>
      <p:pic>
        <p:nvPicPr>
          <p:cNvPr id="5" name="Picture 4">
            <a:extLst>
              <a:ext uri="{FF2B5EF4-FFF2-40B4-BE49-F238E27FC236}">
                <a16:creationId xmlns:a16="http://schemas.microsoft.com/office/drawing/2014/main" id="{9E82762A-26DF-98AB-F3F3-0798D9D18883}"/>
              </a:ext>
            </a:extLst>
          </p:cNvPr>
          <p:cNvPicPr>
            <a:picLocks noChangeAspect="1"/>
          </p:cNvPicPr>
          <p:nvPr/>
        </p:nvPicPr>
        <p:blipFill>
          <a:blip r:embed="rId3"/>
          <a:stretch>
            <a:fillRect/>
          </a:stretch>
        </p:blipFill>
        <p:spPr>
          <a:xfrm>
            <a:off x="0" y="1583199"/>
            <a:ext cx="7378961" cy="4550901"/>
          </a:xfrm>
          <a:prstGeom prst="rect">
            <a:avLst/>
          </a:prstGeom>
        </p:spPr>
      </p:pic>
    </p:spTree>
    <p:extLst>
      <p:ext uri="{BB962C8B-B14F-4D97-AF65-F5344CB8AC3E}">
        <p14:creationId xmlns:p14="http://schemas.microsoft.com/office/powerpoint/2010/main" val="228691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90627ED-06D2-0521-582F-F638845D8FB6}"/>
              </a:ext>
            </a:extLst>
          </p:cNvPr>
          <p:cNvSpPr>
            <a:spLocks noGrp="1"/>
          </p:cNvSpPr>
          <p:nvPr>
            <p:ph type="title"/>
          </p:nvPr>
        </p:nvSpPr>
        <p:spPr/>
        <p:txBody>
          <a:bodyPr/>
          <a:lstStyle/>
          <a:p>
            <a:r>
              <a:rPr lang="en-US" dirty="0"/>
              <a:t>Gene Set Enrichment Analysis</a:t>
            </a:r>
          </a:p>
        </p:txBody>
      </p:sp>
      <p:sp>
        <p:nvSpPr>
          <p:cNvPr id="5" name="Text Placeholder 4">
            <a:extLst>
              <a:ext uri="{FF2B5EF4-FFF2-40B4-BE49-F238E27FC236}">
                <a16:creationId xmlns:a16="http://schemas.microsoft.com/office/drawing/2014/main" id="{C61CA63B-4B7F-3159-5F7C-C16D96E5B26F}"/>
              </a:ext>
            </a:extLst>
          </p:cNvPr>
          <p:cNvSpPr>
            <a:spLocks noGrp="1"/>
          </p:cNvSpPr>
          <p:nvPr>
            <p:ph type="body" idx="1"/>
          </p:nvPr>
        </p:nvSpPr>
        <p:spPr>
          <a:xfrm>
            <a:off x="838200" y="4673684"/>
            <a:ext cx="10515600" cy="1500187"/>
          </a:xfrm>
        </p:spPr>
        <p:txBody>
          <a:bodyPr>
            <a:normAutofit fontScale="92500" lnSpcReduction="20000"/>
          </a:bodyPr>
          <a:lstStyle/>
          <a:p>
            <a:pPr marL="342900" indent="-342900">
              <a:buFont typeface="Arial" panose="020B0604020202020204" pitchFamily="34" charset="0"/>
              <a:buChar char="•"/>
            </a:pPr>
            <a:r>
              <a:rPr lang="en-US" dirty="0">
                <a:solidFill>
                  <a:schemeClr val="tx2"/>
                </a:solidFill>
              </a:rPr>
              <a:t>M7 (immunologic gene sets)</a:t>
            </a:r>
          </a:p>
          <a:p>
            <a:pPr marL="342900" indent="-342900">
              <a:buFont typeface="Arial" panose="020B0604020202020204" pitchFamily="34" charset="0"/>
              <a:buChar char="•"/>
            </a:pPr>
            <a:r>
              <a:rPr lang="en-US" dirty="0">
                <a:solidFill>
                  <a:schemeClr val="tx2"/>
                </a:solidFill>
              </a:rPr>
              <a:t>M8 (cell type signature gene sets)</a:t>
            </a:r>
          </a:p>
          <a:p>
            <a:pPr marL="342900" indent="-342900">
              <a:buFont typeface="Arial" panose="020B0604020202020204" pitchFamily="34" charset="0"/>
              <a:buChar char="•"/>
            </a:pPr>
            <a:r>
              <a:rPr lang="en-US" dirty="0">
                <a:solidFill>
                  <a:schemeClr val="tx2"/>
                </a:solidFill>
              </a:rPr>
              <a:t>KEGG</a:t>
            </a:r>
          </a:p>
          <a:p>
            <a:pPr marL="342900" indent="-342900">
              <a:buFont typeface="Arial" panose="020B0604020202020204" pitchFamily="34" charset="0"/>
              <a:buChar char="•"/>
            </a:pPr>
            <a:r>
              <a:rPr lang="en-US" dirty="0">
                <a:solidFill>
                  <a:schemeClr val="tx2"/>
                </a:solidFill>
              </a:rPr>
              <a:t>M2 -&gt; CP:REACTOME (curated gene sets)</a:t>
            </a:r>
          </a:p>
        </p:txBody>
      </p:sp>
    </p:spTree>
    <p:extLst>
      <p:ext uri="{BB962C8B-B14F-4D97-AF65-F5344CB8AC3E}">
        <p14:creationId xmlns:p14="http://schemas.microsoft.com/office/powerpoint/2010/main" val="21206881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36798-C2A6-4E21-5B04-ED0B33320C34}"/>
              </a:ext>
            </a:extLst>
          </p:cNvPr>
          <p:cNvSpPr>
            <a:spLocks noGrp="1"/>
          </p:cNvSpPr>
          <p:nvPr>
            <p:ph type="title"/>
          </p:nvPr>
        </p:nvSpPr>
        <p:spPr/>
        <p:txBody>
          <a:bodyPr/>
          <a:lstStyle/>
          <a:p>
            <a:r>
              <a:rPr lang="en-US" dirty="0"/>
              <a:t>Day 4</a:t>
            </a:r>
          </a:p>
        </p:txBody>
      </p:sp>
      <p:sp>
        <p:nvSpPr>
          <p:cNvPr id="3" name="Text Placeholder 2">
            <a:extLst>
              <a:ext uri="{FF2B5EF4-FFF2-40B4-BE49-F238E27FC236}">
                <a16:creationId xmlns:a16="http://schemas.microsoft.com/office/drawing/2014/main" id="{1E2BC356-296C-E2E6-D9B9-3AD546D97AC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0356974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21D7A-B2F2-BC7D-56C3-DB2DB9B32F99}"/>
              </a:ext>
            </a:extLst>
          </p:cNvPr>
          <p:cNvSpPr>
            <a:spLocks noGrp="1"/>
          </p:cNvSpPr>
          <p:nvPr>
            <p:ph type="title"/>
          </p:nvPr>
        </p:nvSpPr>
        <p:spPr/>
        <p:txBody>
          <a:bodyPr/>
          <a:lstStyle/>
          <a:p>
            <a:r>
              <a:rPr lang="en-US" dirty="0"/>
              <a:t>Top Enriched M7 pathways at Day 4</a:t>
            </a:r>
          </a:p>
        </p:txBody>
      </p:sp>
      <p:pic>
        <p:nvPicPr>
          <p:cNvPr id="5" name="Picture 4">
            <a:extLst>
              <a:ext uri="{FF2B5EF4-FFF2-40B4-BE49-F238E27FC236}">
                <a16:creationId xmlns:a16="http://schemas.microsoft.com/office/drawing/2014/main" id="{7CD3413F-7D79-8BA2-88FA-49864ACFDFA6}"/>
              </a:ext>
            </a:extLst>
          </p:cNvPr>
          <p:cNvPicPr>
            <a:picLocks noChangeAspect="1"/>
          </p:cNvPicPr>
          <p:nvPr/>
        </p:nvPicPr>
        <p:blipFill>
          <a:blip r:embed="rId3"/>
          <a:stretch>
            <a:fillRect/>
          </a:stretch>
        </p:blipFill>
        <p:spPr>
          <a:xfrm>
            <a:off x="1018908" y="1601455"/>
            <a:ext cx="10410021" cy="5256545"/>
          </a:xfrm>
          <a:prstGeom prst="rect">
            <a:avLst/>
          </a:prstGeom>
        </p:spPr>
      </p:pic>
    </p:spTree>
    <p:extLst>
      <p:ext uri="{BB962C8B-B14F-4D97-AF65-F5344CB8AC3E}">
        <p14:creationId xmlns:p14="http://schemas.microsoft.com/office/powerpoint/2010/main" val="11272771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5EAD9-D92C-4639-AA99-9738A6B30E85}"/>
              </a:ext>
            </a:extLst>
          </p:cNvPr>
          <p:cNvSpPr>
            <a:spLocks noGrp="1"/>
          </p:cNvSpPr>
          <p:nvPr>
            <p:ph type="title"/>
          </p:nvPr>
        </p:nvSpPr>
        <p:spPr/>
        <p:txBody>
          <a:bodyPr/>
          <a:lstStyle/>
          <a:p>
            <a:r>
              <a:rPr lang="en-US" dirty="0"/>
              <a:t>Top Enriched M8 Pathways at Day 4 </a:t>
            </a:r>
          </a:p>
        </p:txBody>
      </p:sp>
      <p:pic>
        <p:nvPicPr>
          <p:cNvPr id="5" name="Picture 4">
            <a:extLst>
              <a:ext uri="{FF2B5EF4-FFF2-40B4-BE49-F238E27FC236}">
                <a16:creationId xmlns:a16="http://schemas.microsoft.com/office/drawing/2014/main" id="{A19F42CB-09E9-483E-CF50-C61546AF95A8}"/>
              </a:ext>
            </a:extLst>
          </p:cNvPr>
          <p:cNvPicPr>
            <a:picLocks noChangeAspect="1"/>
          </p:cNvPicPr>
          <p:nvPr/>
        </p:nvPicPr>
        <p:blipFill>
          <a:blip r:embed="rId2"/>
          <a:stretch>
            <a:fillRect/>
          </a:stretch>
        </p:blipFill>
        <p:spPr>
          <a:xfrm>
            <a:off x="352079" y="1168318"/>
            <a:ext cx="11053907" cy="5605461"/>
          </a:xfrm>
          <a:prstGeom prst="rect">
            <a:avLst/>
          </a:prstGeom>
        </p:spPr>
      </p:pic>
    </p:spTree>
    <p:extLst>
      <p:ext uri="{BB962C8B-B14F-4D97-AF65-F5344CB8AC3E}">
        <p14:creationId xmlns:p14="http://schemas.microsoft.com/office/powerpoint/2010/main" val="6563062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E22374-AF7F-8233-7A6E-03C77E389AB9}"/>
              </a:ext>
            </a:extLst>
          </p:cNvPr>
          <p:cNvSpPr>
            <a:spLocks noGrp="1"/>
          </p:cNvSpPr>
          <p:nvPr>
            <p:ph type="title"/>
          </p:nvPr>
        </p:nvSpPr>
        <p:spPr/>
        <p:txBody>
          <a:bodyPr/>
          <a:lstStyle/>
          <a:p>
            <a:r>
              <a:rPr lang="en-US" dirty="0"/>
              <a:t>Top Enriched KEGG Pathways at Day 4</a:t>
            </a:r>
          </a:p>
        </p:txBody>
      </p:sp>
      <p:pic>
        <p:nvPicPr>
          <p:cNvPr id="5" name="Picture 4">
            <a:extLst>
              <a:ext uri="{FF2B5EF4-FFF2-40B4-BE49-F238E27FC236}">
                <a16:creationId xmlns:a16="http://schemas.microsoft.com/office/drawing/2014/main" id="{A3CB2717-A182-F531-4D49-A146BF34982E}"/>
              </a:ext>
            </a:extLst>
          </p:cNvPr>
          <p:cNvPicPr>
            <a:picLocks noChangeAspect="1"/>
          </p:cNvPicPr>
          <p:nvPr/>
        </p:nvPicPr>
        <p:blipFill>
          <a:blip r:embed="rId2"/>
          <a:stretch>
            <a:fillRect/>
          </a:stretch>
        </p:blipFill>
        <p:spPr>
          <a:xfrm>
            <a:off x="619200" y="1360823"/>
            <a:ext cx="10886567" cy="5497177"/>
          </a:xfrm>
          <a:prstGeom prst="rect">
            <a:avLst/>
          </a:prstGeom>
        </p:spPr>
      </p:pic>
    </p:spTree>
    <p:extLst>
      <p:ext uri="{BB962C8B-B14F-4D97-AF65-F5344CB8AC3E}">
        <p14:creationId xmlns:p14="http://schemas.microsoft.com/office/powerpoint/2010/main" val="16150706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4BAA9-C2CB-4CCE-7C81-B841129E0485}"/>
              </a:ext>
            </a:extLst>
          </p:cNvPr>
          <p:cNvSpPr>
            <a:spLocks noGrp="1"/>
          </p:cNvSpPr>
          <p:nvPr>
            <p:ph type="title"/>
          </p:nvPr>
        </p:nvSpPr>
        <p:spPr/>
        <p:txBody>
          <a:bodyPr/>
          <a:lstStyle/>
          <a:p>
            <a:r>
              <a:rPr lang="en-US" dirty="0"/>
              <a:t>Top Enriched </a:t>
            </a:r>
            <a:r>
              <a:rPr lang="en-US" dirty="0" err="1"/>
              <a:t>Reactome</a:t>
            </a:r>
            <a:r>
              <a:rPr lang="en-US" dirty="0"/>
              <a:t> Pathways at Day 4</a:t>
            </a:r>
          </a:p>
        </p:txBody>
      </p:sp>
      <p:pic>
        <p:nvPicPr>
          <p:cNvPr id="5" name="Picture 4">
            <a:extLst>
              <a:ext uri="{FF2B5EF4-FFF2-40B4-BE49-F238E27FC236}">
                <a16:creationId xmlns:a16="http://schemas.microsoft.com/office/drawing/2014/main" id="{DB702B15-8B10-F5C5-E35F-94650807EF44}"/>
              </a:ext>
            </a:extLst>
          </p:cNvPr>
          <p:cNvPicPr>
            <a:picLocks noChangeAspect="1"/>
          </p:cNvPicPr>
          <p:nvPr/>
        </p:nvPicPr>
        <p:blipFill>
          <a:blip r:embed="rId2"/>
          <a:stretch>
            <a:fillRect/>
          </a:stretch>
        </p:blipFill>
        <p:spPr>
          <a:xfrm>
            <a:off x="1048211" y="1113015"/>
            <a:ext cx="9623253" cy="5744985"/>
          </a:xfrm>
          <a:prstGeom prst="rect">
            <a:avLst/>
          </a:prstGeom>
        </p:spPr>
      </p:pic>
    </p:spTree>
    <p:extLst>
      <p:ext uri="{BB962C8B-B14F-4D97-AF65-F5344CB8AC3E}">
        <p14:creationId xmlns:p14="http://schemas.microsoft.com/office/powerpoint/2010/main" val="3188487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308E9CD-4F87-EA07-D2A4-9377DCD8C19D}"/>
              </a:ext>
            </a:extLst>
          </p:cNvPr>
          <p:cNvSpPr>
            <a:spLocks noGrp="1"/>
          </p:cNvSpPr>
          <p:nvPr>
            <p:ph type="title"/>
          </p:nvPr>
        </p:nvSpPr>
        <p:spPr/>
        <p:txBody>
          <a:bodyPr/>
          <a:lstStyle/>
          <a:p>
            <a:r>
              <a:rPr lang="en-US" dirty="0"/>
              <a:t>Day 6</a:t>
            </a:r>
          </a:p>
        </p:txBody>
      </p:sp>
      <p:sp>
        <p:nvSpPr>
          <p:cNvPr id="5" name="Text Placeholder 4">
            <a:extLst>
              <a:ext uri="{FF2B5EF4-FFF2-40B4-BE49-F238E27FC236}">
                <a16:creationId xmlns:a16="http://schemas.microsoft.com/office/drawing/2014/main" id="{B22F79ED-B401-D17E-BEB8-83247A6C281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56354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75F5A-1788-3228-9725-43EF62E42D31}"/>
              </a:ext>
            </a:extLst>
          </p:cNvPr>
          <p:cNvSpPr>
            <a:spLocks noGrp="1"/>
          </p:cNvSpPr>
          <p:nvPr>
            <p:ph type="title"/>
          </p:nvPr>
        </p:nvSpPr>
        <p:spPr/>
        <p:txBody>
          <a:bodyPr/>
          <a:lstStyle/>
          <a:p>
            <a:r>
              <a:rPr lang="en-US" dirty="0"/>
              <a:t>Top Enriched M7 Pathways at Day 6</a:t>
            </a:r>
          </a:p>
        </p:txBody>
      </p:sp>
      <p:pic>
        <p:nvPicPr>
          <p:cNvPr id="5" name="Picture 4">
            <a:extLst>
              <a:ext uri="{FF2B5EF4-FFF2-40B4-BE49-F238E27FC236}">
                <a16:creationId xmlns:a16="http://schemas.microsoft.com/office/drawing/2014/main" id="{F402A91D-3326-8C31-12BF-CE988EFF6239}"/>
              </a:ext>
            </a:extLst>
          </p:cNvPr>
          <p:cNvPicPr>
            <a:picLocks noChangeAspect="1"/>
          </p:cNvPicPr>
          <p:nvPr/>
        </p:nvPicPr>
        <p:blipFill>
          <a:blip r:embed="rId2"/>
          <a:stretch>
            <a:fillRect/>
          </a:stretch>
        </p:blipFill>
        <p:spPr>
          <a:xfrm>
            <a:off x="1056790" y="1252539"/>
            <a:ext cx="10912592" cy="5605461"/>
          </a:xfrm>
          <a:prstGeom prst="rect">
            <a:avLst/>
          </a:prstGeom>
        </p:spPr>
      </p:pic>
    </p:spTree>
    <p:extLst>
      <p:ext uri="{BB962C8B-B14F-4D97-AF65-F5344CB8AC3E}">
        <p14:creationId xmlns:p14="http://schemas.microsoft.com/office/powerpoint/2010/main" val="1456529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49CE-EDE4-0BAF-0E30-69D13F7DC6E7}"/>
              </a:ext>
            </a:extLst>
          </p:cNvPr>
          <p:cNvSpPr>
            <a:spLocks noGrp="1"/>
          </p:cNvSpPr>
          <p:nvPr>
            <p:ph type="title"/>
          </p:nvPr>
        </p:nvSpPr>
        <p:spPr/>
        <p:txBody>
          <a:bodyPr/>
          <a:lstStyle/>
          <a:p>
            <a:r>
              <a:rPr lang="en-US" dirty="0"/>
              <a:t>Top Enriched M8 Pathways at Day 6 </a:t>
            </a:r>
          </a:p>
        </p:txBody>
      </p:sp>
      <p:pic>
        <p:nvPicPr>
          <p:cNvPr id="5" name="Picture 4">
            <a:extLst>
              <a:ext uri="{FF2B5EF4-FFF2-40B4-BE49-F238E27FC236}">
                <a16:creationId xmlns:a16="http://schemas.microsoft.com/office/drawing/2014/main" id="{ABF26351-7381-4F9F-EE5B-1ABCB509840D}"/>
              </a:ext>
            </a:extLst>
          </p:cNvPr>
          <p:cNvPicPr>
            <a:picLocks noChangeAspect="1"/>
          </p:cNvPicPr>
          <p:nvPr/>
        </p:nvPicPr>
        <p:blipFill>
          <a:blip r:embed="rId2"/>
          <a:stretch>
            <a:fillRect/>
          </a:stretch>
        </p:blipFill>
        <p:spPr>
          <a:xfrm>
            <a:off x="1028410" y="1264570"/>
            <a:ext cx="10763381" cy="5497177"/>
          </a:xfrm>
          <a:prstGeom prst="rect">
            <a:avLst/>
          </a:prstGeom>
        </p:spPr>
      </p:pic>
    </p:spTree>
    <p:extLst>
      <p:ext uri="{BB962C8B-B14F-4D97-AF65-F5344CB8AC3E}">
        <p14:creationId xmlns:p14="http://schemas.microsoft.com/office/powerpoint/2010/main" val="21337154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38533-EFAA-9012-AB8F-6053AAF2CFD3}"/>
              </a:ext>
            </a:extLst>
          </p:cNvPr>
          <p:cNvSpPr>
            <a:spLocks noGrp="1"/>
          </p:cNvSpPr>
          <p:nvPr>
            <p:ph type="title"/>
          </p:nvPr>
        </p:nvSpPr>
        <p:spPr/>
        <p:txBody>
          <a:bodyPr/>
          <a:lstStyle/>
          <a:p>
            <a:r>
              <a:rPr lang="en-US" dirty="0"/>
              <a:t>Top Enriched KEGG Pathways at Day 6 </a:t>
            </a:r>
          </a:p>
        </p:txBody>
      </p:sp>
      <p:pic>
        <p:nvPicPr>
          <p:cNvPr id="5" name="Picture 4">
            <a:extLst>
              <a:ext uri="{FF2B5EF4-FFF2-40B4-BE49-F238E27FC236}">
                <a16:creationId xmlns:a16="http://schemas.microsoft.com/office/drawing/2014/main" id="{1F468C4A-11A4-E9B2-A77C-6D224EF2A634}"/>
              </a:ext>
            </a:extLst>
          </p:cNvPr>
          <p:cNvPicPr>
            <a:picLocks noChangeAspect="1"/>
          </p:cNvPicPr>
          <p:nvPr/>
        </p:nvPicPr>
        <p:blipFill>
          <a:blip r:embed="rId2"/>
          <a:stretch>
            <a:fillRect/>
          </a:stretch>
        </p:blipFill>
        <p:spPr>
          <a:xfrm>
            <a:off x="477350" y="1227221"/>
            <a:ext cx="11198469" cy="5630779"/>
          </a:xfrm>
          <a:prstGeom prst="rect">
            <a:avLst/>
          </a:prstGeom>
        </p:spPr>
      </p:pic>
    </p:spTree>
    <p:extLst>
      <p:ext uri="{BB962C8B-B14F-4D97-AF65-F5344CB8AC3E}">
        <p14:creationId xmlns:p14="http://schemas.microsoft.com/office/powerpoint/2010/main" val="9097320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7BDD6-08E9-CD31-FBBA-0F17B5D19DC2}"/>
              </a:ext>
            </a:extLst>
          </p:cNvPr>
          <p:cNvSpPr>
            <a:spLocks noGrp="1"/>
          </p:cNvSpPr>
          <p:nvPr>
            <p:ph type="title"/>
          </p:nvPr>
        </p:nvSpPr>
        <p:spPr/>
        <p:txBody>
          <a:bodyPr/>
          <a:lstStyle/>
          <a:p>
            <a:r>
              <a:rPr lang="en-US" dirty="0"/>
              <a:t>Top Enriched </a:t>
            </a:r>
            <a:r>
              <a:rPr lang="en-US" dirty="0" err="1"/>
              <a:t>Reactome</a:t>
            </a:r>
            <a:r>
              <a:rPr lang="en-US" dirty="0"/>
              <a:t> Pathways at Day 6 </a:t>
            </a:r>
          </a:p>
        </p:txBody>
      </p:sp>
      <p:pic>
        <p:nvPicPr>
          <p:cNvPr id="5" name="Picture 4">
            <a:extLst>
              <a:ext uri="{FF2B5EF4-FFF2-40B4-BE49-F238E27FC236}">
                <a16:creationId xmlns:a16="http://schemas.microsoft.com/office/drawing/2014/main" id="{650B0AE4-4C2E-68EB-B657-52590B5B89C4}"/>
              </a:ext>
            </a:extLst>
          </p:cNvPr>
          <p:cNvPicPr>
            <a:picLocks noChangeAspect="1"/>
          </p:cNvPicPr>
          <p:nvPr/>
        </p:nvPicPr>
        <p:blipFill>
          <a:blip r:embed="rId2"/>
          <a:stretch>
            <a:fillRect/>
          </a:stretch>
        </p:blipFill>
        <p:spPr>
          <a:xfrm>
            <a:off x="1166516" y="1145430"/>
            <a:ext cx="9504948" cy="5712570"/>
          </a:xfrm>
          <a:prstGeom prst="rect">
            <a:avLst/>
          </a:prstGeom>
        </p:spPr>
      </p:pic>
    </p:spTree>
    <p:extLst>
      <p:ext uri="{BB962C8B-B14F-4D97-AF65-F5344CB8AC3E}">
        <p14:creationId xmlns:p14="http://schemas.microsoft.com/office/powerpoint/2010/main" val="2655388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0299684-6682-61DB-6B53-7D1DE0B86069}"/>
              </a:ext>
            </a:extLst>
          </p:cNvPr>
          <p:cNvSpPr>
            <a:spLocks noGrp="1"/>
          </p:cNvSpPr>
          <p:nvPr>
            <p:ph type="title"/>
          </p:nvPr>
        </p:nvSpPr>
        <p:spPr/>
        <p:txBody>
          <a:bodyPr/>
          <a:lstStyle/>
          <a:p>
            <a:r>
              <a:rPr lang="en-US" dirty="0"/>
              <a:t>Day 11</a:t>
            </a:r>
          </a:p>
        </p:txBody>
      </p:sp>
      <p:sp>
        <p:nvSpPr>
          <p:cNvPr id="7" name="Text Placeholder 6">
            <a:extLst>
              <a:ext uri="{FF2B5EF4-FFF2-40B4-BE49-F238E27FC236}">
                <a16:creationId xmlns:a16="http://schemas.microsoft.com/office/drawing/2014/main" id="{5E189CAD-20F4-D6E2-82DC-62FF4F1950A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983373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BDACD-E8F8-2159-C139-72EC5CECD915}"/>
              </a:ext>
            </a:extLst>
          </p:cNvPr>
          <p:cNvSpPr>
            <a:spLocks noGrp="1"/>
          </p:cNvSpPr>
          <p:nvPr>
            <p:ph type="title"/>
          </p:nvPr>
        </p:nvSpPr>
        <p:spPr/>
        <p:txBody>
          <a:bodyPr/>
          <a:lstStyle/>
          <a:p>
            <a:r>
              <a:rPr lang="en-US" dirty="0"/>
              <a:t>Top Enriched M7 Pathways at Day11 </a:t>
            </a:r>
          </a:p>
        </p:txBody>
      </p:sp>
      <p:pic>
        <p:nvPicPr>
          <p:cNvPr id="5" name="Picture 4">
            <a:extLst>
              <a:ext uri="{FF2B5EF4-FFF2-40B4-BE49-F238E27FC236}">
                <a16:creationId xmlns:a16="http://schemas.microsoft.com/office/drawing/2014/main" id="{68511281-1BB3-49F6-F367-4F4E3F1F1A7D}"/>
              </a:ext>
            </a:extLst>
          </p:cNvPr>
          <p:cNvPicPr>
            <a:picLocks noChangeAspect="1"/>
          </p:cNvPicPr>
          <p:nvPr/>
        </p:nvPicPr>
        <p:blipFill>
          <a:blip r:embed="rId2"/>
          <a:stretch>
            <a:fillRect/>
          </a:stretch>
        </p:blipFill>
        <p:spPr>
          <a:xfrm>
            <a:off x="934249" y="1168318"/>
            <a:ext cx="11053907" cy="5605461"/>
          </a:xfrm>
          <a:prstGeom prst="rect">
            <a:avLst/>
          </a:prstGeom>
        </p:spPr>
      </p:pic>
    </p:spTree>
    <p:extLst>
      <p:ext uri="{BB962C8B-B14F-4D97-AF65-F5344CB8AC3E}">
        <p14:creationId xmlns:p14="http://schemas.microsoft.com/office/powerpoint/2010/main" val="28980818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DBE14-30C5-F37E-4E52-88C41DA029D4}"/>
              </a:ext>
            </a:extLst>
          </p:cNvPr>
          <p:cNvSpPr>
            <a:spLocks noGrp="1"/>
          </p:cNvSpPr>
          <p:nvPr>
            <p:ph type="title"/>
          </p:nvPr>
        </p:nvSpPr>
        <p:spPr/>
        <p:txBody>
          <a:bodyPr/>
          <a:lstStyle/>
          <a:p>
            <a:r>
              <a:rPr lang="en-US" dirty="0"/>
              <a:t>Top Enriched M8 Pathways at Day11 </a:t>
            </a:r>
          </a:p>
        </p:txBody>
      </p:sp>
      <p:pic>
        <p:nvPicPr>
          <p:cNvPr id="5" name="Picture 4">
            <a:extLst>
              <a:ext uri="{FF2B5EF4-FFF2-40B4-BE49-F238E27FC236}">
                <a16:creationId xmlns:a16="http://schemas.microsoft.com/office/drawing/2014/main" id="{70EC671D-1759-7D8F-00F7-F28FCBBC156E}"/>
              </a:ext>
            </a:extLst>
          </p:cNvPr>
          <p:cNvPicPr>
            <a:picLocks noChangeAspect="1"/>
          </p:cNvPicPr>
          <p:nvPr/>
        </p:nvPicPr>
        <p:blipFill>
          <a:blip r:embed="rId2"/>
          <a:stretch>
            <a:fillRect/>
          </a:stretch>
        </p:blipFill>
        <p:spPr>
          <a:xfrm>
            <a:off x="790803" y="1185732"/>
            <a:ext cx="11089553" cy="5576015"/>
          </a:xfrm>
          <a:prstGeom prst="rect">
            <a:avLst/>
          </a:prstGeom>
        </p:spPr>
      </p:pic>
    </p:spTree>
    <p:extLst>
      <p:ext uri="{BB962C8B-B14F-4D97-AF65-F5344CB8AC3E}">
        <p14:creationId xmlns:p14="http://schemas.microsoft.com/office/powerpoint/2010/main" val="32972586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F05A5-B5A0-E918-5965-8E8349E72F27}"/>
              </a:ext>
            </a:extLst>
          </p:cNvPr>
          <p:cNvSpPr>
            <a:spLocks noGrp="1"/>
          </p:cNvSpPr>
          <p:nvPr>
            <p:ph type="title"/>
          </p:nvPr>
        </p:nvSpPr>
        <p:spPr/>
        <p:txBody>
          <a:bodyPr/>
          <a:lstStyle/>
          <a:p>
            <a:r>
              <a:rPr lang="en-US" dirty="0"/>
              <a:t>Top Enriched KEGG Pathways at Day 11 </a:t>
            </a:r>
          </a:p>
        </p:txBody>
      </p:sp>
      <p:pic>
        <p:nvPicPr>
          <p:cNvPr id="5" name="Picture 4">
            <a:extLst>
              <a:ext uri="{FF2B5EF4-FFF2-40B4-BE49-F238E27FC236}">
                <a16:creationId xmlns:a16="http://schemas.microsoft.com/office/drawing/2014/main" id="{5AB1B13E-067D-BD0E-70EE-BF5C4D1F42B5}"/>
              </a:ext>
            </a:extLst>
          </p:cNvPr>
          <p:cNvPicPr>
            <a:picLocks noChangeAspect="1"/>
          </p:cNvPicPr>
          <p:nvPr/>
        </p:nvPicPr>
        <p:blipFill>
          <a:blip r:embed="rId2"/>
          <a:stretch>
            <a:fillRect/>
          </a:stretch>
        </p:blipFill>
        <p:spPr>
          <a:xfrm>
            <a:off x="773257" y="1203159"/>
            <a:ext cx="10883627" cy="5558590"/>
          </a:xfrm>
          <a:prstGeom prst="rect">
            <a:avLst/>
          </a:prstGeom>
        </p:spPr>
      </p:pic>
    </p:spTree>
    <p:extLst>
      <p:ext uri="{BB962C8B-B14F-4D97-AF65-F5344CB8AC3E}">
        <p14:creationId xmlns:p14="http://schemas.microsoft.com/office/powerpoint/2010/main" val="41425875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015748-12A8-1D5B-D39B-13B39B351A48}"/>
              </a:ext>
            </a:extLst>
          </p:cNvPr>
          <p:cNvSpPr>
            <a:spLocks noGrp="1"/>
          </p:cNvSpPr>
          <p:nvPr>
            <p:ph type="title"/>
          </p:nvPr>
        </p:nvSpPr>
        <p:spPr/>
        <p:txBody>
          <a:bodyPr/>
          <a:lstStyle/>
          <a:p>
            <a:r>
              <a:rPr lang="en-US" dirty="0"/>
              <a:t>Top Enriched </a:t>
            </a:r>
            <a:r>
              <a:rPr lang="en-US" dirty="0" err="1"/>
              <a:t>Reactome</a:t>
            </a:r>
            <a:r>
              <a:rPr lang="en-US" dirty="0"/>
              <a:t> Pathways at Day 11</a:t>
            </a:r>
          </a:p>
        </p:txBody>
      </p:sp>
      <p:pic>
        <p:nvPicPr>
          <p:cNvPr id="5" name="Picture 4">
            <a:extLst>
              <a:ext uri="{FF2B5EF4-FFF2-40B4-BE49-F238E27FC236}">
                <a16:creationId xmlns:a16="http://schemas.microsoft.com/office/drawing/2014/main" id="{E7807520-7D62-A9F5-A4F9-FEDB42A20790}"/>
              </a:ext>
            </a:extLst>
          </p:cNvPr>
          <p:cNvPicPr>
            <a:picLocks noChangeAspect="1"/>
          </p:cNvPicPr>
          <p:nvPr/>
        </p:nvPicPr>
        <p:blipFill>
          <a:blip r:embed="rId2"/>
          <a:stretch>
            <a:fillRect/>
          </a:stretch>
        </p:blipFill>
        <p:spPr>
          <a:xfrm>
            <a:off x="1303042" y="1096128"/>
            <a:ext cx="9368422" cy="5630516"/>
          </a:xfrm>
          <a:prstGeom prst="rect">
            <a:avLst/>
          </a:prstGeom>
        </p:spPr>
      </p:pic>
    </p:spTree>
    <p:extLst>
      <p:ext uri="{BB962C8B-B14F-4D97-AF65-F5344CB8AC3E}">
        <p14:creationId xmlns:p14="http://schemas.microsoft.com/office/powerpoint/2010/main" val="37829440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B9413-5B98-5C8A-05E7-C7CBBB889A2E}"/>
              </a:ext>
            </a:extLst>
          </p:cNvPr>
          <p:cNvSpPr>
            <a:spLocks noGrp="1"/>
          </p:cNvSpPr>
          <p:nvPr>
            <p:ph type="title"/>
          </p:nvPr>
        </p:nvSpPr>
        <p:spPr/>
        <p:txBody>
          <a:bodyPr/>
          <a:lstStyle/>
          <a:p>
            <a:r>
              <a:rPr lang="en-US" dirty="0"/>
              <a:t>Overlapping genes</a:t>
            </a:r>
          </a:p>
        </p:txBody>
      </p:sp>
      <p:pic>
        <p:nvPicPr>
          <p:cNvPr id="5" name="Picture 4">
            <a:extLst>
              <a:ext uri="{FF2B5EF4-FFF2-40B4-BE49-F238E27FC236}">
                <a16:creationId xmlns:a16="http://schemas.microsoft.com/office/drawing/2014/main" id="{79E30015-D8FA-E920-94C2-86A1DD610A48}"/>
              </a:ext>
            </a:extLst>
          </p:cNvPr>
          <p:cNvPicPr>
            <a:picLocks noChangeAspect="1"/>
          </p:cNvPicPr>
          <p:nvPr/>
        </p:nvPicPr>
        <p:blipFill>
          <a:blip r:embed="rId3"/>
          <a:stretch>
            <a:fillRect/>
          </a:stretch>
        </p:blipFill>
        <p:spPr>
          <a:xfrm>
            <a:off x="194560" y="2338548"/>
            <a:ext cx="11802879" cy="1603387"/>
          </a:xfrm>
          <a:prstGeom prst="rect">
            <a:avLst/>
          </a:prstGeom>
        </p:spPr>
      </p:pic>
    </p:spTree>
    <p:extLst>
      <p:ext uri="{BB962C8B-B14F-4D97-AF65-F5344CB8AC3E}">
        <p14:creationId xmlns:p14="http://schemas.microsoft.com/office/powerpoint/2010/main" val="20816472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183EB1A-57CF-190C-D784-B664FA905B7B}"/>
              </a:ext>
            </a:extLst>
          </p:cNvPr>
          <p:cNvSpPr>
            <a:spLocks noGrp="1"/>
          </p:cNvSpPr>
          <p:nvPr>
            <p:ph type="title"/>
          </p:nvPr>
        </p:nvSpPr>
        <p:spPr/>
        <p:txBody>
          <a:bodyPr/>
          <a:lstStyle/>
          <a:p>
            <a:r>
              <a:rPr lang="en-US" dirty="0"/>
              <a:t>Questions?</a:t>
            </a:r>
          </a:p>
        </p:txBody>
      </p:sp>
      <p:sp>
        <p:nvSpPr>
          <p:cNvPr id="5" name="Text Placeholder 4">
            <a:extLst>
              <a:ext uri="{FF2B5EF4-FFF2-40B4-BE49-F238E27FC236}">
                <a16:creationId xmlns:a16="http://schemas.microsoft.com/office/drawing/2014/main" id="{E5D63E98-0981-3671-19EC-20F38FD34EC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891340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12182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CC65A01-8943-AC84-B983-082F257B7002}"/>
              </a:ext>
            </a:extLst>
          </p:cNvPr>
          <p:cNvSpPr>
            <a:spLocks noGrp="1"/>
          </p:cNvSpPr>
          <p:nvPr>
            <p:ph type="title"/>
          </p:nvPr>
        </p:nvSpPr>
        <p:spPr/>
        <p:txBody>
          <a:bodyPr/>
          <a:lstStyle/>
          <a:p>
            <a:r>
              <a:rPr lang="en-US" dirty="0"/>
              <a:t>Supplement</a:t>
            </a:r>
          </a:p>
        </p:txBody>
      </p:sp>
      <p:sp>
        <p:nvSpPr>
          <p:cNvPr id="7" name="Text Placeholder 6">
            <a:extLst>
              <a:ext uri="{FF2B5EF4-FFF2-40B4-BE49-F238E27FC236}">
                <a16:creationId xmlns:a16="http://schemas.microsoft.com/office/drawing/2014/main" id="{0ADFA2AF-B704-0681-D87D-BDC6ABA5A31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5439467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8CF7EC-1407-BC43-057D-A4D1F782CB2E}"/>
              </a:ext>
            </a:extLst>
          </p:cNvPr>
          <p:cNvSpPr>
            <a:spLocks noGrp="1"/>
          </p:cNvSpPr>
          <p:nvPr>
            <p:ph type="title"/>
          </p:nvPr>
        </p:nvSpPr>
        <p:spPr/>
        <p:txBody>
          <a:bodyPr/>
          <a:lstStyle/>
          <a:p>
            <a:r>
              <a:rPr lang="en-US" dirty="0"/>
              <a:t>Two-Model Strategy for Time-Course DE Analysis</a:t>
            </a:r>
          </a:p>
        </p:txBody>
      </p:sp>
      <p:pic>
        <p:nvPicPr>
          <p:cNvPr id="7" name="Picture 6">
            <a:extLst>
              <a:ext uri="{FF2B5EF4-FFF2-40B4-BE49-F238E27FC236}">
                <a16:creationId xmlns:a16="http://schemas.microsoft.com/office/drawing/2014/main" id="{8DAA36E2-7FB4-4D1B-0719-2109A6405298}"/>
              </a:ext>
            </a:extLst>
          </p:cNvPr>
          <p:cNvPicPr>
            <a:picLocks noChangeAspect="1"/>
          </p:cNvPicPr>
          <p:nvPr/>
        </p:nvPicPr>
        <p:blipFill>
          <a:blip r:embed="rId2"/>
          <a:stretch>
            <a:fillRect/>
          </a:stretch>
        </p:blipFill>
        <p:spPr>
          <a:xfrm>
            <a:off x="2740336" y="1213745"/>
            <a:ext cx="5809992" cy="5560034"/>
          </a:xfrm>
          <a:prstGeom prst="rect">
            <a:avLst/>
          </a:prstGeom>
        </p:spPr>
      </p:pic>
    </p:spTree>
    <p:extLst>
      <p:ext uri="{BB962C8B-B14F-4D97-AF65-F5344CB8AC3E}">
        <p14:creationId xmlns:p14="http://schemas.microsoft.com/office/powerpoint/2010/main" val="3534077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315B7-0FBF-1ECB-2BF6-AC2523838243}"/>
              </a:ext>
            </a:extLst>
          </p:cNvPr>
          <p:cNvSpPr>
            <a:spLocks noGrp="1"/>
          </p:cNvSpPr>
          <p:nvPr>
            <p:ph type="title"/>
          </p:nvPr>
        </p:nvSpPr>
        <p:spPr/>
        <p:txBody>
          <a:bodyPr/>
          <a:lstStyle/>
          <a:p>
            <a:r>
              <a:rPr lang="en-US" dirty="0"/>
              <a:t>Previous Questions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3E7683-340B-1DD7-A098-A51C6D45329A}"/>
                  </a:ext>
                </a:extLst>
              </p:cNvPr>
              <p:cNvSpPr>
                <a:spLocks noGrp="1"/>
              </p:cNvSpPr>
              <p:nvPr>
                <p:ph sz="quarter" idx="11"/>
              </p:nvPr>
            </p:nvSpPr>
            <p:spPr/>
            <p:txBody>
              <a:bodyPr>
                <a:normAutofit fontScale="92500" lnSpcReduction="10000"/>
              </a:bodyPr>
              <a:lstStyle/>
              <a:p>
                <a:r>
                  <a:rPr lang="en-US" dirty="0"/>
                  <a:t>Ranked by </a:t>
                </a:r>
                <a14:m>
                  <m:oMath xmlns:m="http://schemas.openxmlformats.org/officeDocument/2006/math">
                    <m:r>
                      <a:rPr lang="en-US" b="0" i="1" smtClean="0">
                        <a:latin typeface="Cambria Math" panose="02040503050406030204" pitchFamily="18" charset="0"/>
                      </a:rPr>
                      <m:t>𝑊𝑎𝑙𝑑</m:t>
                    </m:r>
                    <m:r>
                      <a:rPr lang="en-US" b="0" i="1" smtClean="0">
                        <a:latin typeface="Cambria Math" panose="02040503050406030204" pitchFamily="18" charset="0"/>
                      </a:rPr>
                      <m:t> </m:t>
                    </m:r>
                    <m:r>
                      <a:rPr lang="en-US" b="0" i="1" smtClean="0">
                        <a:latin typeface="Cambria Math" panose="02040503050406030204" pitchFamily="18" charset="0"/>
                      </a:rPr>
                      <m:t>𝑠𝑡𝑎𝑡𝑖𝑠𝑡𝑖𝑐</m:t>
                    </m:r>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𝑙𝑜𝑔</m:t>
                            </m:r>
                          </m:e>
                          <m:sub>
                            <m:r>
                              <a:rPr lang="en-US" b="0" i="1" smtClean="0">
                                <a:latin typeface="Cambria Math" panose="02040503050406030204" pitchFamily="18" charset="0"/>
                              </a:rPr>
                              <m:t>2</m:t>
                            </m:r>
                          </m:sub>
                        </m:sSub>
                        <m:r>
                          <a:rPr lang="en-US" b="0" i="1" smtClean="0">
                            <a:latin typeface="Cambria Math" panose="02040503050406030204" pitchFamily="18" charset="0"/>
                          </a:rPr>
                          <m:t>(</m:t>
                        </m:r>
                        <m:r>
                          <a:rPr lang="en-US" b="0" i="1" smtClean="0">
                            <a:latin typeface="Cambria Math" panose="02040503050406030204" pitchFamily="18" charset="0"/>
                          </a:rPr>
                          <m:t>𝐹𝑜𝑙𝑑</m:t>
                        </m:r>
                        <m:r>
                          <a:rPr lang="en-US" b="0" i="1" smtClean="0">
                            <a:latin typeface="Cambria Math" panose="02040503050406030204" pitchFamily="18" charset="0"/>
                          </a:rPr>
                          <m:t> </m:t>
                        </m:r>
                        <m:r>
                          <a:rPr lang="en-US" b="0" i="1" smtClean="0">
                            <a:latin typeface="Cambria Math" panose="02040503050406030204" pitchFamily="18" charset="0"/>
                          </a:rPr>
                          <m:t>𝐶ℎ𝑎𝑛𝑔𝑒</m:t>
                        </m:r>
                        <m:r>
                          <a:rPr lang="en-US" b="0" i="1" smtClean="0">
                            <a:latin typeface="Cambria Math" panose="02040503050406030204" pitchFamily="18" charset="0"/>
                          </a:rPr>
                          <m:t>)</m:t>
                        </m:r>
                      </m:num>
                      <m:den>
                        <m:r>
                          <a:rPr lang="en-US" b="0" i="1" smtClean="0">
                            <a:latin typeface="Cambria Math" panose="02040503050406030204" pitchFamily="18" charset="0"/>
                          </a:rPr>
                          <m:t>𝑆𝐸</m:t>
                        </m:r>
                      </m:den>
                    </m:f>
                  </m:oMath>
                </a14:m>
                <a:endParaRPr lang="en-US" dirty="0"/>
              </a:p>
              <a:p>
                <a:pPr lvl="1"/>
                <a:r>
                  <a:rPr lang="en-US" dirty="0"/>
                  <a:t>Combines effect size (log2FC) and uncertainty(standard error)</a:t>
                </a:r>
              </a:p>
              <a:p>
                <a:r>
                  <a:rPr lang="en-US" dirty="0"/>
                  <a:t>In </a:t>
                </a:r>
                <a:r>
                  <a:rPr lang="en-US" dirty="0" err="1"/>
                  <a:t>fgsea</a:t>
                </a:r>
                <a:r>
                  <a:rPr lang="en-US" dirty="0"/>
                  <a:t>, the enrichment score is calculated using a weighted running sum:</a:t>
                </a:r>
              </a:p>
              <a:p>
                <a:pPr lvl="1"/>
                <a:r>
                  <a:rPr lang="en-US" dirty="0"/>
                  <a:t>Genes are ranked from high → low based on stats</a:t>
                </a:r>
              </a:p>
              <a:p>
                <a:pPr lvl="1"/>
                <a:r>
                  <a:rPr lang="en-US" dirty="0"/>
                  <a:t>For each pathway:</a:t>
                </a:r>
              </a:p>
              <a:p>
                <a:pPr lvl="2"/>
                <a:r>
                  <a:rPr lang="en-US" dirty="0"/>
                  <a:t>Walk down the ranked list</a:t>
                </a:r>
              </a:p>
              <a:p>
                <a:pPr lvl="2"/>
                <a:r>
                  <a:rPr lang="en-US" dirty="0"/>
                  <a:t>Increase score when gene ∈ pathway</a:t>
                </a:r>
              </a:p>
              <a:p>
                <a:pPr lvl="2"/>
                <a:r>
                  <a:rPr lang="en-US" dirty="0"/>
                  <a:t>Decrease score when gene ∉ pathway</a:t>
                </a:r>
              </a:p>
              <a:p>
                <a:r>
                  <a:rPr lang="en-US" dirty="0"/>
                  <a:t>Parameter controlling this weight</a:t>
                </a:r>
              </a:p>
              <a:p>
                <a:pPr lvl="1"/>
                <a:r>
                  <a:rPr lang="en-US" dirty="0" err="1"/>
                  <a:t>gseaParam</a:t>
                </a:r>
                <a:r>
                  <a:rPr lang="en-US" dirty="0"/>
                  <a:t> = 1 → standard weighted GSEA</a:t>
                </a:r>
              </a:p>
              <a:p>
                <a:endParaRPr lang="en-US" dirty="0"/>
              </a:p>
            </p:txBody>
          </p:sp>
        </mc:Choice>
        <mc:Fallback xmlns="">
          <p:sp>
            <p:nvSpPr>
              <p:cNvPr id="3" name="Content Placeholder 2">
                <a:extLst>
                  <a:ext uri="{FF2B5EF4-FFF2-40B4-BE49-F238E27FC236}">
                    <a16:creationId xmlns:a16="http://schemas.microsoft.com/office/drawing/2014/main" id="{7C3E7683-340B-1DD7-A098-A51C6D45329A}"/>
                  </a:ext>
                </a:extLst>
              </p:cNvPr>
              <p:cNvSpPr>
                <a:spLocks noGrp="1" noRot="1" noChangeAspect="1" noMove="1" noResize="1" noEditPoints="1" noAdjustHandles="1" noChangeArrowheads="1" noChangeShapeType="1" noTextEdit="1"/>
              </p:cNvSpPr>
              <p:nvPr>
                <p:ph sz="quarter" idx="11"/>
              </p:nvPr>
            </p:nvSpPr>
            <p:spPr>
              <a:blipFill>
                <a:blip r:embed="rId3"/>
                <a:stretch>
                  <a:fillRect l="-841" t="-1337"/>
                </a:stretch>
              </a:blipFill>
            </p:spPr>
            <p:txBody>
              <a:bodyPr/>
              <a:lstStyle/>
              <a:p>
                <a:r>
                  <a:rPr lang="en-US">
                    <a:noFill/>
                  </a:rPr>
                  <a:t> </a:t>
                </a:r>
              </a:p>
            </p:txBody>
          </p:sp>
        </mc:Fallback>
      </mc:AlternateContent>
    </p:spTree>
    <p:extLst>
      <p:ext uri="{BB962C8B-B14F-4D97-AF65-F5344CB8AC3E}">
        <p14:creationId xmlns:p14="http://schemas.microsoft.com/office/powerpoint/2010/main" val="39573649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FC0572-6449-B332-EFC8-EF79DEB0D87A}"/>
              </a:ext>
            </a:extLst>
          </p:cNvPr>
          <p:cNvSpPr>
            <a:spLocks noGrp="1"/>
          </p:cNvSpPr>
          <p:nvPr>
            <p:ph type="title"/>
          </p:nvPr>
        </p:nvSpPr>
        <p:spPr/>
        <p:txBody>
          <a:bodyPr/>
          <a:lstStyle/>
          <a:p>
            <a:endParaRPr lang="en-US"/>
          </a:p>
        </p:txBody>
      </p:sp>
      <p:pic>
        <p:nvPicPr>
          <p:cNvPr id="9" name="Picture 8">
            <a:extLst>
              <a:ext uri="{FF2B5EF4-FFF2-40B4-BE49-F238E27FC236}">
                <a16:creationId xmlns:a16="http://schemas.microsoft.com/office/drawing/2014/main" id="{D44C5B68-EE70-D745-4316-C7CE9C1BD9BF}"/>
              </a:ext>
            </a:extLst>
          </p:cNvPr>
          <p:cNvPicPr>
            <a:picLocks noChangeAspect="1"/>
          </p:cNvPicPr>
          <p:nvPr/>
        </p:nvPicPr>
        <p:blipFill>
          <a:blip r:embed="rId2"/>
          <a:stretch>
            <a:fillRect/>
          </a:stretch>
        </p:blipFill>
        <p:spPr>
          <a:xfrm>
            <a:off x="2779375" y="1058756"/>
            <a:ext cx="6633249" cy="5799244"/>
          </a:xfrm>
          <a:prstGeom prst="rect">
            <a:avLst/>
          </a:prstGeom>
        </p:spPr>
      </p:pic>
    </p:spTree>
    <p:extLst>
      <p:ext uri="{BB962C8B-B14F-4D97-AF65-F5344CB8AC3E}">
        <p14:creationId xmlns:p14="http://schemas.microsoft.com/office/powerpoint/2010/main" val="2945566237"/>
      </p:ext>
    </p:extLst>
  </p:cSld>
  <p:clrMapOvr>
    <a:masterClrMapping/>
  </p:clrMapOvr>
</p:sld>
</file>

<file path=ppt/theme/theme1.xml><?xml version="1.0" encoding="utf-8"?>
<a:theme xmlns:a="http://schemas.openxmlformats.org/drawingml/2006/main" name="Custom Design">
  <a:themeElements>
    <a:clrScheme name="UNC 2025">
      <a:dk1>
        <a:srgbClr val="13284B"/>
      </a:dk1>
      <a:lt1>
        <a:srgbClr val="FFFFFF"/>
      </a:lt1>
      <a:dk2>
        <a:srgbClr val="000000"/>
      </a:dk2>
      <a:lt2>
        <a:srgbClr val="DBEBF6"/>
      </a:lt2>
      <a:accent1>
        <a:srgbClr val="4B9CD3"/>
      </a:accent1>
      <a:accent2>
        <a:srgbClr val="13294B"/>
      </a:accent2>
      <a:accent3>
        <a:srgbClr val="B7D7ED"/>
      </a:accent3>
      <a:accent4>
        <a:srgbClr val="93C3E5"/>
      </a:accent4>
      <a:accent5>
        <a:srgbClr val="6FB0DC"/>
      </a:accent5>
      <a:accent6>
        <a:srgbClr val="E5E5E5"/>
      </a:accent6>
      <a:hlink>
        <a:srgbClr val="007FAE"/>
      </a:hlink>
      <a:folHlink>
        <a:srgbClr val="551A8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UNC_NEW_Template_2026</Template>
  <TotalTime>375</TotalTime>
  <Words>2817</Words>
  <Application>Microsoft Office PowerPoint</Application>
  <PresentationFormat>Widescreen</PresentationFormat>
  <Paragraphs>209</Paragraphs>
  <Slides>55</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Arial</vt:lpstr>
      <vt:lpstr>Calibri</vt:lpstr>
      <vt:lpstr>Cambria Math</vt:lpstr>
      <vt:lpstr>Custom Design</vt:lpstr>
      <vt:lpstr>Temporal Host Transcriptional Responses to Chlamydia Infection Following CPAF-Based Vaccination</vt:lpstr>
      <vt:lpstr>Study Overview</vt:lpstr>
      <vt:lpstr>Quality Control and Sample Filtering</vt:lpstr>
      <vt:lpstr>Percent Reads Mapped Confidently to the Mouse Genome</vt:lpstr>
      <vt:lpstr>Sequencing Depth Across Samples</vt:lpstr>
      <vt:lpstr>Sample-to-Sample Correlation of Host Gene Expression</vt:lpstr>
      <vt:lpstr>Exploratory Analysis</vt:lpstr>
      <vt:lpstr>Chlamydia RNA Count</vt:lpstr>
      <vt:lpstr>PowerPoint Presentation</vt:lpstr>
      <vt:lpstr>Chlamydial rRNA Counts vs Genome Equivalents</vt:lpstr>
      <vt:lpstr>Average Mouse Gene Expression Across Timepoints</vt:lpstr>
      <vt:lpstr>PCA of Host Gene Expression</vt:lpstr>
      <vt:lpstr>Differential Expression  at Each Time Point</vt:lpstr>
      <vt:lpstr>Day 4 Differential Expression: Vaccinated vs Naive Mice</vt:lpstr>
      <vt:lpstr>Day 6 Differential Expression: Vaccinated vs Naive Mice</vt:lpstr>
      <vt:lpstr>Day 11 Differential Expression: Vaccinated vs Naive Mice</vt:lpstr>
      <vt:lpstr>Time Interaction  Differential Expression</vt:lpstr>
      <vt:lpstr>Day 4 Group-by-Time Interaction Volcano Plot</vt:lpstr>
      <vt:lpstr>Significant Day 4 Group-by-Time Interactions</vt:lpstr>
      <vt:lpstr>Expression Trajectories of Day 4 Interaction Genes</vt:lpstr>
      <vt:lpstr>Day 6 Group-by-Time Interaction Volcano Plot</vt:lpstr>
      <vt:lpstr>Significant Day 6 Group-by-Time Interactions Examples</vt:lpstr>
      <vt:lpstr>Expression Trajectories of Day 6 Interaction Genes</vt:lpstr>
      <vt:lpstr>Day 11 Group-by-Time Interaction Volcano Plot</vt:lpstr>
      <vt:lpstr>Significant Day 11 Group-by-Time Interactions</vt:lpstr>
      <vt:lpstr>Significant Day 11 Group-by-Time Interactions</vt:lpstr>
      <vt:lpstr>PowerPoint Presentation</vt:lpstr>
      <vt:lpstr>Expression Patterns of Significant Time Interaction Genes</vt:lpstr>
      <vt:lpstr>Shared Time Effect Analysis</vt:lpstr>
      <vt:lpstr>Day 4 Shared Time Effect Volcano Plot</vt:lpstr>
      <vt:lpstr>Day 6 Shared Time Effect Volcano Plot</vt:lpstr>
      <vt:lpstr>Day 11 Shared Time Effect Volcano Plot</vt:lpstr>
      <vt:lpstr>Gene Set Enrichment Analysis</vt:lpstr>
      <vt:lpstr>Day 4</vt:lpstr>
      <vt:lpstr>Top Enriched M7 pathways at Day 4</vt:lpstr>
      <vt:lpstr>Top Enriched M8 Pathways at Day 4 </vt:lpstr>
      <vt:lpstr>Top Enriched KEGG Pathways at Day 4</vt:lpstr>
      <vt:lpstr>Top Enriched Reactome Pathways at Day 4</vt:lpstr>
      <vt:lpstr>Day 6</vt:lpstr>
      <vt:lpstr>Top Enriched M7 Pathways at Day 6</vt:lpstr>
      <vt:lpstr>Top Enriched M8 Pathways at Day 6 </vt:lpstr>
      <vt:lpstr>Top Enriched KEGG Pathways at Day 6 </vt:lpstr>
      <vt:lpstr>Top Enriched Reactome Pathways at Day 6 </vt:lpstr>
      <vt:lpstr>Day 11</vt:lpstr>
      <vt:lpstr>Top Enriched M7 Pathways at Day11 </vt:lpstr>
      <vt:lpstr>Top Enriched M8 Pathways at Day11 </vt:lpstr>
      <vt:lpstr>Top Enriched KEGG Pathways at Day 11 </vt:lpstr>
      <vt:lpstr>Top Enriched Reactome Pathways at Day 11</vt:lpstr>
      <vt:lpstr>Overlapping genes</vt:lpstr>
      <vt:lpstr>Questions?</vt:lpstr>
      <vt:lpstr>PowerPoint Presentation</vt:lpstr>
      <vt:lpstr>Supplement</vt:lpstr>
      <vt:lpstr>Two-Model Strategy for Time-Course DE Analysis</vt:lpstr>
      <vt:lpstr>Previous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Xiaochen Zhou</dc:creator>
  <cp:lastModifiedBy>Xiaochen Zhou</cp:lastModifiedBy>
  <cp:revision>1</cp:revision>
  <dcterms:created xsi:type="dcterms:W3CDTF">2026-05-07T01:45:59Z</dcterms:created>
  <dcterms:modified xsi:type="dcterms:W3CDTF">2026-09-14T18:33:23Z</dcterms:modified>
</cp:coreProperties>
</file>